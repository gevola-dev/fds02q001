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Lekton"/>
      <p:regular r:id="rId22"/>
      <p:bold r:id="rId23"/>
      <p:italic r:id="rId24"/>
    </p:embeddedFont>
    <p:embeddedFont>
      <p:font typeface="Titillium Web"/>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386">
          <p15:clr>
            <a:srgbClr val="A4A3A4"/>
          </p15:clr>
        </p15:guide>
        <p15:guide id="2" pos="2098">
          <p15:clr>
            <a:srgbClr val="A4A3A4"/>
          </p15:clr>
        </p15:guide>
        <p15:guide id="3" pos="2324">
          <p15:clr>
            <a:srgbClr val="A4A3A4"/>
          </p15:clr>
        </p15:guide>
        <p15:guide id="4" pos="340">
          <p15:clr>
            <a:srgbClr val="A4A3A4"/>
          </p15:clr>
        </p15:guide>
        <p15:guide id="5" pos="2977">
          <p15:clr>
            <a:srgbClr val="A4A3A4"/>
          </p15:clr>
        </p15:guide>
        <p15:guide id="6" orient="horz" pos="737">
          <p15:clr>
            <a:srgbClr val="A4A3A4"/>
          </p15:clr>
        </p15:guide>
        <p15:guide id="7" orient="horz" pos="3005">
          <p15:clr>
            <a:srgbClr val="A4A3A4"/>
          </p15:clr>
        </p15:guide>
        <p15:guide id="8" orient="horz" pos="1757">
          <p15:clr>
            <a:srgbClr val="A4A3A4"/>
          </p15:clr>
        </p15:guide>
        <p15:guide id="9" orient="horz" pos="542">
          <p15:clr>
            <a:srgbClr val="A4A3A4"/>
          </p15:clr>
        </p15:guide>
        <p15:guide id="10" orient="horz" pos="10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386"/>
        <p:guide pos="2098"/>
        <p:guide pos="2324"/>
        <p:guide pos="340"/>
        <p:guide pos="2977"/>
        <p:guide pos="737" orient="horz"/>
        <p:guide pos="3005" orient="horz"/>
        <p:guide pos="1757" orient="horz"/>
        <p:guide pos="542" orient="horz"/>
        <p:guide pos="1012"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Lekton-regular.fntdata"/><Relationship Id="rId21" Type="http://schemas.openxmlformats.org/officeDocument/2006/relationships/slide" Target="slides/slide16.xml"/><Relationship Id="rId24" Type="http://schemas.openxmlformats.org/officeDocument/2006/relationships/font" Target="fonts/Lekton-italic.fntdata"/><Relationship Id="rId23" Type="http://schemas.openxmlformats.org/officeDocument/2006/relationships/font" Target="fonts/Lekton-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itilliumWeb-bold.fntdata"/><Relationship Id="rId25" Type="http://schemas.openxmlformats.org/officeDocument/2006/relationships/font" Target="fonts/TitilliumWeb-regular.fntdata"/><Relationship Id="rId28" Type="http://schemas.openxmlformats.org/officeDocument/2006/relationships/font" Target="fonts/TitilliumWeb-boldItalic.fntdata"/><Relationship Id="rId27" Type="http://schemas.openxmlformats.org/officeDocument/2006/relationships/font" Target="fonts/TitilliumWeb-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a583be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a583be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371192460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371192460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408aeda40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408aeda40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2f6af1515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2f6af1515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2f6af151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2f6af151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2f6af1515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2f6af1515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2f6af15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2f6af15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408aeda40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408aeda40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2f6af151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2f6af151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408aeda40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408aeda40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408aeda40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408aeda40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408aeda40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408aeda40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408aeda40d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408aeda40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408aeda40d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408aeda40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71748b72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71748b72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l titolo 1">
  <p:cSld name="TITLE_1">
    <p:spTree>
      <p:nvGrpSpPr>
        <p:cNvPr id="9" name="Shape 9"/>
        <p:cNvGrpSpPr/>
        <p:nvPr/>
      </p:nvGrpSpPr>
      <p:grpSpPr>
        <a:xfrm>
          <a:off x="0" y="0"/>
          <a:ext cx="0" cy="0"/>
          <a:chOff x="0" y="0"/>
          <a:chExt cx="0" cy="0"/>
        </a:xfrm>
      </p:grpSpPr>
      <p:sp>
        <p:nvSpPr>
          <p:cNvPr id="10" name="Google Shape;10;p2"/>
          <p:cNvSpPr txBox="1"/>
          <p:nvPr>
            <p:ph type="ctrTitle"/>
          </p:nvPr>
        </p:nvSpPr>
        <p:spPr>
          <a:xfrm>
            <a:off x="311708" y="12017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Font typeface="Lekton"/>
              <a:buNone/>
              <a:defRPr b="1" sz="4200">
                <a:latin typeface="Lekton"/>
                <a:ea typeface="Lekton"/>
                <a:cs typeface="Lekton"/>
                <a:sym typeface="Lekton"/>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
        <p:nvSpPr>
          <p:cNvPr id="12" name="Google Shape;12;p2"/>
          <p:cNvSpPr txBox="1"/>
          <p:nvPr>
            <p:ph idx="1" type="subTitle"/>
          </p:nvPr>
        </p:nvSpPr>
        <p:spPr>
          <a:xfrm>
            <a:off x="867500" y="3427050"/>
            <a:ext cx="7557600" cy="507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rgbClr val="D66B55"/>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3" name="Google Shape;13;p2"/>
          <p:cNvSpPr txBox="1"/>
          <p:nvPr/>
        </p:nvSpPr>
        <p:spPr>
          <a:xfrm>
            <a:off x="726825" y="257900"/>
            <a:ext cx="695700" cy="4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1578700"/>
            <a:ext cx="8520300" cy="1413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Font typeface="Lekton"/>
              <a:buNone/>
              <a:defRPr b="1" sz="3000">
                <a:latin typeface="Lekton"/>
                <a:ea typeface="Lekton"/>
                <a:cs typeface="Lekton"/>
                <a:sym typeface="Lekton"/>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17" name="Google Shape;17;p3"/>
          <p:cNvSpPr txBox="1"/>
          <p:nvPr>
            <p:ph idx="1" type="subTitle"/>
          </p:nvPr>
        </p:nvSpPr>
        <p:spPr>
          <a:xfrm>
            <a:off x="2250825" y="3032375"/>
            <a:ext cx="4298400" cy="359400"/>
          </a:xfrm>
          <a:prstGeom prst="rect">
            <a:avLst/>
          </a:prstGeom>
        </p:spPr>
        <p:txBody>
          <a:bodyPr anchorCtr="0" anchor="t" bIns="91425" lIns="91425" spcFirstLastPara="1" rIns="91425" wrap="square" tIns="91425">
            <a:noAutofit/>
          </a:bodyPr>
          <a:lstStyle>
            <a:lvl1pPr lvl="0">
              <a:spcBef>
                <a:spcPts val="0"/>
              </a:spcBef>
              <a:spcAft>
                <a:spcPts val="0"/>
              </a:spcAft>
              <a:buNone/>
              <a:defRPr b="1">
                <a:solidFill>
                  <a:srgbClr val="333333"/>
                </a:solidFill>
                <a:latin typeface="Titillium Web"/>
                <a:ea typeface="Titillium Web"/>
                <a:cs typeface="Titillium Web"/>
                <a:sym typeface="Titillium Web"/>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della sezione 1">
  <p:cSld name="SECTION_HEADER_1">
    <p:spTree>
      <p:nvGrpSpPr>
        <p:cNvPr id="18" name="Shape 18"/>
        <p:cNvGrpSpPr/>
        <p:nvPr/>
      </p:nvGrpSpPr>
      <p:grpSpPr>
        <a:xfrm>
          <a:off x="0" y="0"/>
          <a:ext cx="0" cy="0"/>
          <a:chOff x="0" y="0"/>
          <a:chExt cx="0" cy="0"/>
        </a:xfrm>
      </p:grpSpPr>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
        <p:nvSpPr>
          <p:cNvPr id="20" name="Google Shape;20;p4"/>
          <p:cNvSpPr txBox="1"/>
          <p:nvPr>
            <p:ph idx="1" type="body"/>
          </p:nvPr>
        </p:nvSpPr>
        <p:spPr>
          <a:xfrm>
            <a:off x="461300" y="1594350"/>
            <a:ext cx="8221500" cy="13140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rgbClr val="333333"/>
              </a:buClr>
              <a:buSzPts val="1800"/>
              <a:buFont typeface="Lekton"/>
              <a:buChar char="●"/>
              <a:defRPr>
                <a:solidFill>
                  <a:srgbClr val="333333"/>
                </a:solidFill>
                <a:latin typeface="Lekton"/>
                <a:ea typeface="Lekton"/>
                <a:cs typeface="Lekton"/>
                <a:sym typeface="Lekton"/>
              </a:defRPr>
            </a:lvl1pPr>
            <a:lvl2pPr indent="-317500" lvl="1" marL="9144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2pPr>
            <a:lvl3pPr indent="-317500" lvl="2" marL="13716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3pPr>
            <a:lvl4pPr indent="-317500" lvl="3" marL="18288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4pPr>
            <a:lvl5pPr indent="-317500" lvl="4" marL="22860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5pPr>
            <a:lvl6pPr indent="-317500" lvl="5" marL="27432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6pPr>
            <a:lvl7pPr indent="-317500" lvl="6" marL="32004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7pPr>
            <a:lvl8pPr indent="-317500" lvl="7" marL="36576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8pPr>
            <a:lvl9pPr indent="-317500" lvl="8" marL="4114800" rtl="0">
              <a:spcBef>
                <a:spcPts val="1600"/>
              </a:spcBef>
              <a:spcAft>
                <a:spcPts val="1600"/>
              </a:spcAft>
              <a:buClr>
                <a:srgbClr val="333333"/>
              </a:buClr>
              <a:buSzPts val="1400"/>
              <a:buFont typeface="Lekton"/>
              <a:buChar char="■"/>
              <a:defRPr>
                <a:solidFill>
                  <a:srgbClr val="333333"/>
                </a:solidFill>
                <a:latin typeface="Lekton"/>
                <a:ea typeface="Lekton"/>
                <a:cs typeface="Lekton"/>
                <a:sym typeface="Lekton"/>
              </a:defRPr>
            </a:lvl9pPr>
          </a:lstStyle>
          <a:p/>
        </p:txBody>
      </p:sp>
      <p:sp>
        <p:nvSpPr>
          <p:cNvPr id="21" name="Google Shape;21;p4"/>
          <p:cNvSpPr txBox="1"/>
          <p:nvPr>
            <p:ph idx="2" type="body"/>
          </p:nvPr>
        </p:nvSpPr>
        <p:spPr>
          <a:xfrm>
            <a:off x="461250" y="3253963"/>
            <a:ext cx="8221500" cy="13140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rgbClr val="333333"/>
              </a:buClr>
              <a:buSzPts val="1800"/>
              <a:buFont typeface="Lekton"/>
              <a:buChar char="●"/>
              <a:defRPr>
                <a:solidFill>
                  <a:srgbClr val="333333"/>
                </a:solidFill>
                <a:latin typeface="Lekton"/>
                <a:ea typeface="Lekton"/>
                <a:cs typeface="Lekton"/>
                <a:sym typeface="Lekton"/>
              </a:defRPr>
            </a:lvl1pPr>
            <a:lvl2pPr indent="-317500" lvl="1" marL="9144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2pPr>
            <a:lvl3pPr indent="-317500" lvl="2" marL="13716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3pPr>
            <a:lvl4pPr indent="-317500" lvl="3" marL="18288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4pPr>
            <a:lvl5pPr indent="-317500" lvl="4" marL="22860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5pPr>
            <a:lvl6pPr indent="-317500" lvl="5" marL="27432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6pPr>
            <a:lvl7pPr indent="-317500" lvl="6" marL="32004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7pPr>
            <a:lvl8pPr indent="-317500" lvl="7" marL="36576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8pPr>
            <a:lvl9pPr indent="-317500" lvl="8" marL="4114800" rtl="0">
              <a:spcBef>
                <a:spcPts val="1600"/>
              </a:spcBef>
              <a:spcAft>
                <a:spcPts val="1600"/>
              </a:spcAft>
              <a:buClr>
                <a:srgbClr val="333333"/>
              </a:buClr>
              <a:buSzPts val="1400"/>
              <a:buFont typeface="Lekton"/>
              <a:buChar char="■"/>
              <a:defRPr>
                <a:solidFill>
                  <a:srgbClr val="333333"/>
                </a:solidFill>
                <a:latin typeface="Lekton"/>
                <a:ea typeface="Lekton"/>
                <a:cs typeface="Lekton"/>
                <a:sym typeface="Lekton"/>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5"/>
          <p:cNvSpPr/>
          <p:nvPr/>
        </p:nvSpPr>
        <p:spPr>
          <a:xfrm>
            <a:off x="4439150" y="100"/>
            <a:ext cx="47049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txBox="1"/>
          <p:nvPr>
            <p:ph idx="1" type="body"/>
          </p:nvPr>
        </p:nvSpPr>
        <p:spPr>
          <a:xfrm>
            <a:off x="837675" y="1656850"/>
            <a:ext cx="3288900" cy="29121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Lekton"/>
              <a:buChar char="●"/>
              <a:defRPr>
                <a:latin typeface="Lekton"/>
                <a:ea typeface="Lekton"/>
                <a:cs typeface="Lekton"/>
                <a:sym typeface="Lekton"/>
              </a:defRPr>
            </a:lvl1pPr>
            <a:lvl2pPr indent="-317500" lvl="1" marL="914400" rtl="0">
              <a:spcBef>
                <a:spcPts val="1600"/>
              </a:spcBef>
              <a:spcAft>
                <a:spcPts val="0"/>
              </a:spcAft>
              <a:buSzPts val="1400"/>
              <a:buFont typeface="Lekton"/>
              <a:buChar char="○"/>
              <a:defRPr b="1">
                <a:latin typeface="Lekton"/>
                <a:ea typeface="Lekton"/>
                <a:cs typeface="Lekton"/>
                <a:sym typeface="Lekton"/>
              </a:defRPr>
            </a:lvl2pPr>
            <a:lvl3pPr indent="-317500" lvl="2" marL="1371600" rtl="0">
              <a:spcBef>
                <a:spcPts val="1600"/>
              </a:spcBef>
              <a:spcAft>
                <a:spcPts val="0"/>
              </a:spcAft>
              <a:buSzPts val="1400"/>
              <a:buFont typeface="Lekton"/>
              <a:buChar char="■"/>
              <a:defRPr b="1">
                <a:latin typeface="Lekton"/>
                <a:ea typeface="Lekton"/>
                <a:cs typeface="Lekton"/>
                <a:sym typeface="Lekton"/>
              </a:defRPr>
            </a:lvl3pPr>
            <a:lvl4pPr indent="-317500" lvl="3" marL="1828800" rtl="0">
              <a:spcBef>
                <a:spcPts val="1600"/>
              </a:spcBef>
              <a:spcAft>
                <a:spcPts val="0"/>
              </a:spcAft>
              <a:buSzPts val="1400"/>
              <a:buFont typeface="Lekton"/>
              <a:buChar char="●"/>
              <a:defRPr b="1">
                <a:latin typeface="Lekton"/>
                <a:ea typeface="Lekton"/>
                <a:cs typeface="Lekton"/>
                <a:sym typeface="Lekton"/>
              </a:defRPr>
            </a:lvl4pPr>
            <a:lvl5pPr indent="-317500" lvl="4" marL="2286000" rtl="0">
              <a:spcBef>
                <a:spcPts val="1600"/>
              </a:spcBef>
              <a:spcAft>
                <a:spcPts val="0"/>
              </a:spcAft>
              <a:buSzPts val="1400"/>
              <a:buFont typeface="Lekton"/>
              <a:buChar char="○"/>
              <a:defRPr b="1">
                <a:latin typeface="Lekton"/>
                <a:ea typeface="Lekton"/>
                <a:cs typeface="Lekton"/>
                <a:sym typeface="Lekton"/>
              </a:defRPr>
            </a:lvl5pPr>
            <a:lvl6pPr indent="-317500" lvl="5" marL="2743200" rtl="0">
              <a:spcBef>
                <a:spcPts val="1600"/>
              </a:spcBef>
              <a:spcAft>
                <a:spcPts val="0"/>
              </a:spcAft>
              <a:buSzPts val="1400"/>
              <a:buFont typeface="Lekton"/>
              <a:buChar char="■"/>
              <a:defRPr b="1">
                <a:latin typeface="Lekton"/>
                <a:ea typeface="Lekton"/>
                <a:cs typeface="Lekton"/>
                <a:sym typeface="Lekton"/>
              </a:defRPr>
            </a:lvl6pPr>
            <a:lvl7pPr indent="-317500" lvl="6" marL="3200400" rtl="0">
              <a:spcBef>
                <a:spcPts val="1600"/>
              </a:spcBef>
              <a:spcAft>
                <a:spcPts val="0"/>
              </a:spcAft>
              <a:buSzPts val="1400"/>
              <a:buFont typeface="Lekton"/>
              <a:buChar char="●"/>
              <a:defRPr b="1">
                <a:latin typeface="Lekton"/>
                <a:ea typeface="Lekton"/>
                <a:cs typeface="Lekton"/>
                <a:sym typeface="Lekton"/>
              </a:defRPr>
            </a:lvl7pPr>
            <a:lvl8pPr indent="-317500" lvl="7" marL="3657600" rtl="0">
              <a:spcBef>
                <a:spcPts val="1600"/>
              </a:spcBef>
              <a:spcAft>
                <a:spcPts val="0"/>
              </a:spcAft>
              <a:buSzPts val="1400"/>
              <a:buFont typeface="Lekton"/>
              <a:buChar char="○"/>
              <a:defRPr b="1">
                <a:latin typeface="Lekton"/>
                <a:ea typeface="Lekton"/>
                <a:cs typeface="Lekton"/>
                <a:sym typeface="Lekton"/>
              </a:defRPr>
            </a:lvl8pPr>
            <a:lvl9pPr indent="-317500" lvl="8" marL="4114800" rtl="0">
              <a:spcBef>
                <a:spcPts val="1600"/>
              </a:spcBef>
              <a:spcAft>
                <a:spcPts val="1600"/>
              </a:spcAft>
              <a:buSzPts val="1400"/>
              <a:buFont typeface="Lekton"/>
              <a:buChar char="■"/>
              <a:defRPr b="1">
                <a:latin typeface="Lekton"/>
                <a:ea typeface="Lekton"/>
                <a:cs typeface="Lekton"/>
                <a:sym typeface="Lekton"/>
              </a:defRPr>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6"/>
          <p:cNvSpPr txBox="1"/>
          <p:nvPr>
            <p:ph idx="1" type="body"/>
          </p:nvPr>
        </p:nvSpPr>
        <p:spPr>
          <a:xfrm>
            <a:off x="311700" y="1457275"/>
            <a:ext cx="39999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Lekton"/>
              <a:buChar char="●"/>
              <a:defRPr>
                <a:latin typeface="Lekton"/>
                <a:ea typeface="Lekton"/>
                <a:cs typeface="Lekton"/>
                <a:sym typeface="Lekton"/>
              </a:defRPr>
            </a:lvl1pPr>
            <a:lvl2pPr indent="-342900" lvl="1" marL="914400">
              <a:spcBef>
                <a:spcPts val="1600"/>
              </a:spcBef>
              <a:spcAft>
                <a:spcPts val="0"/>
              </a:spcAft>
              <a:buSzPts val="1800"/>
              <a:buFont typeface="Lekton"/>
              <a:buChar char="○"/>
              <a:defRPr b="1" sz="1800">
                <a:latin typeface="Lekton"/>
                <a:ea typeface="Lekton"/>
                <a:cs typeface="Lekton"/>
                <a:sym typeface="Lekton"/>
              </a:defRPr>
            </a:lvl2pPr>
            <a:lvl3pPr indent="-342900" lvl="2" marL="1371600">
              <a:spcBef>
                <a:spcPts val="1600"/>
              </a:spcBef>
              <a:spcAft>
                <a:spcPts val="0"/>
              </a:spcAft>
              <a:buSzPts val="1800"/>
              <a:buFont typeface="Lekton"/>
              <a:buChar char="■"/>
              <a:defRPr b="1" sz="1800">
                <a:latin typeface="Lekton"/>
                <a:ea typeface="Lekton"/>
                <a:cs typeface="Lekton"/>
                <a:sym typeface="Lekton"/>
              </a:defRPr>
            </a:lvl3pPr>
            <a:lvl4pPr indent="-342900" lvl="3" marL="1828800">
              <a:spcBef>
                <a:spcPts val="1600"/>
              </a:spcBef>
              <a:spcAft>
                <a:spcPts val="0"/>
              </a:spcAft>
              <a:buSzPts val="1800"/>
              <a:buFont typeface="Lekton"/>
              <a:buChar char="●"/>
              <a:defRPr b="1" sz="1800">
                <a:latin typeface="Lekton"/>
                <a:ea typeface="Lekton"/>
                <a:cs typeface="Lekton"/>
                <a:sym typeface="Lekton"/>
              </a:defRPr>
            </a:lvl4pPr>
            <a:lvl5pPr indent="-342900" lvl="4" marL="2286000">
              <a:spcBef>
                <a:spcPts val="1600"/>
              </a:spcBef>
              <a:spcAft>
                <a:spcPts val="0"/>
              </a:spcAft>
              <a:buSzPts val="1800"/>
              <a:buFont typeface="Lekton"/>
              <a:buChar char="○"/>
              <a:defRPr b="1" sz="1800">
                <a:latin typeface="Lekton"/>
                <a:ea typeface="Lekton"/>
                <a:cs typeface="Lekton"/>
                <a:sym typeface="Lekton"/>
              </a:defRPr>
            </a:lvl5pPr>
            <a:lvl6pPr indent="-342900" lvl="5" marL="2743200">
              <a:spcBef>
                <a:spcPts val="1600"/>
              </a:spcBef>
              <a:spcAft>
                <a:spcPts val="0"/>
              </a:spcAft>
              <a:buSzPts val="1800"/>
              <a:buFont typeface="Lekton"/>
              <a:buChar char="■"/>
              <a:defRPr b="1" sz="1800">
                <a:latin typeface="Lekton"/>
                <a:ea typeface="Lekton"/>
                <a:cs typeface="Lekton"/>
                <a:sym typeface="Lekton"/>
              </a:defRPr>
            </a:lvl6pPr>
            <a:lvl7pPr indent="-342900" lvl="6" marL="3200400">
              <a:spcBef>
                <a:spcPts val="1600"/>
              </a:spcBef>
              <a:spcAft>
                <a:spcPts val="0"/>
              </a:spcAft>
              <a:buSzPts val="1800"/>
              <a:buFont typeface="Lekton"/>
              <a:buChar char="●"/>
              <a:defRPr b="1" sz="1800">
                <a:latin typeface="Lekton"/>
                <a:ea typeface="Lekton"/>
                <a:cs typeface="Lekton"/>
                <a:sym typeface="Lekton"/>
              </a:defRPr>
            </a:lvl7pPr>
            <a:lvl8pPr indent="-342900" lvl="7" marL="3657600">
              <a:spcBef>
                <a:spcPts val="1600"/>
              </a:spcBef>
              <a:spcAft>
                <a:spcPts val="0"/>
              </a:spcAft>
              <a:buSzPts val="1800"/>
              <a:buFont typeface="Lekton"/>
              <a:buChar char="○"/>
              <a:defRPr b="1" sz="1800">
                <a:latin typeface="Lekton"/>
                <a:ea typeface="Lekton"/>
                <a:cs typeface="Lekton"/>
                <a:sym typeface="Lekton"/>
              </a:defRPr>
            </a:lvl8pPr>
            <a:lvl9pPr indent="-342900" lvl="8" marL="4114800">
              <a:spcBef>
                <a:spcPts val="1600"/>
              </a:spcBef>
              <a:spcAft>
                <a:spcPts val="1600"/>
              </a:spcAft>
              <a:buSzPts val="1800"/>
              <a:buFont typeface="Lekton"/>
              <a:buChar char="■"/>
              <a:defRPr b="1" sz="1800">
                <a:latin typeface="Lekton"/>
                <a:ea typeface="Lekton"/>
                <a:cs typeface="Lekton"/>
                <a:sym typeface="Lekton"/>
              </a:defRPr>
            </a:lvl9pPr>
          </a:lstStyle>
          <a:p/>
        </p:txBody>
      </p:sp>
      <p:sp>
        <p:nvSpPr>
          <p:cNvPr id="28" name="Google Shape;28;p6"/>
          <p:cNvSpPr txBox="1"/>
          <p:nvPr>
            <p:ph idx="2" type="body"/>
          </p:nvPr>
        </p:nvSpPr>
        <p:spPr>
          <a:xfrm>
            <a:off x="4832400" y="1457275"/>
            <a:ext cx="39999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Lekton"/>
              <a:buChar char="●"/>
              <a:defRPr>
                <a:latin typeface="Lekton"/>
                <a:ea typeface="Lekton"/>
                <a:cs typeface="Lekton"/>
                <a:sym typeface="Lekton"/>
              </a:defRPr>
            </a:lvl1pPr>
            <a:lvl2pPr indent="-342900" lvl="1" marL="914400">
              <a:spcBef>
                <a:spcPts val="1600"/>
              </a:spcBef>
              <a:spcAft>
                <a:spcPts val="0"/>
              </a:spcAft>
              <a:buSzPts val="1800"/>
              <a:buFont typeface="Lekton"/>
              <a:buChar char="○"/>
              <a:defRPr b="1" sz="1800">
                <a:latin typeface="Lekton"/>
                <a:ea typeface="Lekton"/>
                <a:cs typeface="Lekton"/>
                <a:sym typeface="Lekton"/>
              </a:defRPr>
            </a:lvl2pPr>
            <a:lvl3pPr indent="-342900" lvl="2" marL="1371600">
              <a:spcBef>
                <a:spcPts val="1600"/>
              </a:spcBef>
              <a:spcAft>
                <a:spcPts val="0"/>
              </a:spcAft>
              <a:buSzPts val="1800"/>
              <a:buFont typeface="Lekton"/>
              <a:buChar char="■"/>
              <a:defRPr b="1" sz="1800">
                <a:latin typeface="Lekton"/>
                <a:ea typeface="Lekton"/>
                <a:cs typeface="Lekton"/>
                <a:sym typeface="Lekton"/>
              </a:defRPr>
            </a:lvl3pPr>
            <a:lvl4pPr indent="-342900" lvl="3" marL="1828800">
              <a:spcBef>
                <a:spcPts val="1600"/>
              </a:spcBef>
              <a:spcAft>
                <a:spcPts val="0"/>
              </a:spcAft>
              <a:buSzPts val="1800"/>
              <a:buFont typeface="Lekton"/>
              <a:buChar char="●"/>
              <a:defRPr b="1" sz="1800">
                <a:latin typeface="Lekton"/>
                <a:ea typeface="Lekton"/>
                <a:cs typeface="Lekton"/>
                <a:sym typeface="Lekton"/>
              </a:defRPr>
            </a:lvl4pPr>
            <a:lvl5pPr indent="-342900" lvl="4" marL="2286000">
              <a:spcBef>
                <a:spcPts val="1600"/>
              </a:spcBef>
              <a:spcAft>
                <a:spcPts val="0"/>
              </a:spcAft>
              <a:buSzPts val="1800"/>
              <a:buFont typeface="Lekton"/>
              <a:buChar char="○"/>
              <a:defRPr b="1" sz="1800">
                <a:latin typeface="Lekton"/>
                <a:ea typeface="Lekton"/>
                <a:cs typeface="Lekton"/>
                <a:sym typeface="Lekton"/>
              </a:defRPr>
            </a:lvl5pPr>
            <a:lvl6pPr indent="-342900" lvl="5" marL="2743200">
              <a:spcBef>
                <a:spcPts val="1600"/>
              </a:spcBef>
              <a:spcAft>
                <a:spcPts val="0"/>
              </a:spcAft>
              <a:buSzPts val="1800"/>
              <a:buFont typeface="Lekton"/>
              <a:buChar char="■"/>
              <a:defRPr b="1" sz="1800">
                <a:latin typeface="Lekton"/>
                <a:ea typeface="Lekton"/>
                <a:cs typeface="Lekton"/>
                <a:sym typeface="Lekton"/>
              </a:defRPr>
            </a:lvl6pPr>
            <a:lvl7pPr indent="-342900" lvl="6" marL="3200400">
              <a:spcBef>
                <a:spcPts val="1600"/>
              </a:spcBef>
              <a:spcAft>
                <a:spcPts val="0"/>
              </a:spcAft>
              <a:buSzPts val="1800"/>
              <a:buFont typeface="Lekton"/>
              <a:buChar char="●"/>
              <a:defRPr b="1" sz="1800">
                <a:latin typeface="Lekton"/>
                <a:ea typeface="Lekton"/>
                <a:cs typeface="Lekton"/>
                <a:sym typeface="Lekton"/>
              </a:defRPr>
            </a:lvl7pPr>
            <a:lvl8pPr indent="-342900" lvl="7" marL="3657600">
              <a:spcBef>
                <a:spcPts val="1600"/>
              </a:spcBef>
              <a:spcAft>
                <a:spcPts val="0"/>
              </a:spcAft>
              <a:buSzPts val="1800"/>
              <a:buFont typeface="Lekton"/>
              <a:buChar char="○"/>
              <a:defRPr b="1" sz="1800">
                <a:latin typeface="Lekton"/>
                <a:ea typeface="Lekton"/>
                <a:cs typeface="Lekton"/>
                <a:sym typeface="Lekton"/>
              </a:defRPr>
            </a:lvl8pPr>
            <a:lvl9pPr indent="-342900" lvl="8" marL="4114800">
              <a:spcBef>
                <a:spcPts val="1600"/>
              </a:spcBef>
              <a:spcAft>
                <a:spcPts val="1600"/>
              </a:spcAft>
              <a:buSzPts val="1800"/>
              <a:buFont typeface="Lekton"/>
              <a:buChar char="■"/>
              <a:defRPr b="1" sz="1800">
                <a:latin typeface="Lekton"/>
                <a:ea typeface="Lekton"/>
                <a:cs typeface="Lekton"/>
                <a:sym typeface="Lekton"/>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della sezione e descrizione 1">
  <p:cSld name="SECTION_TITLE_AND_DESCRIPTION_1">
    <p:spTree>
      <p:nvGrpSpPr>
        <p:cNvPr id="32" name="Shape 32"/>
        <p:cNvGrpSpPr/>
        <p:nvPr/>
      </p:nvGrpSpPr>
      <p:grpSpPr>
        <a:xfrm>
          <a:off x="0" y="0"/>
          <a:ext cx="0" cy="0"/>
          <a:chOff x="0" y="0"/>
          <a:chExt cx="0" cy="0"/>
        </a:xfrm>
      </p:grpSpPr>
      <p:sp>
        <p:nvSpPr>
          <p:cNvPr id="33" name="Google Shape;33;p8"/>
          <p:cNvSpPr/>
          <p:nvPr/>
        </p:nvSpPr>
        <p:spPr>
          <a:xfrm>
            <a:off x="0" y="-125"/>
            <a:ext cx="9144000" cy="5143500"/>
          </a:xfrm>
          <a:prstGeom prst="rect">
            <a:avLst/>
          </a:prstGeom>
          <a:solidFill>
            <a:srgbClr val="D66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8"/>
          <p:cNvSpPr txBox="1"/>
          <p:nvPr>
            <p:ph idx="1" type="body"/>
          </p:nvPr>
        </p:nvSpPr>
        <p:spPr>
          <a:xfrm>
            <a:off x="461300" y="724075"/>
            <a:ext cx="8221500" cy="16986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indent="-317500" lvl="1" marL="914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indent="-317500" lvl="2" marL="1371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indent="-317500" lvl="3" marL="18288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indent="-317500" lvl="4" marL="22860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indent="-317500" lvl="5" marL="27432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indent="-317500" lvl="6" marL="3200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indent="-317500" lvl="7" marL="3657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indent="-317500" lvl="8" marL="41148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
        <p:nvSpPr>
          <p:cNvPr id="36" name="Google Shape;36;p8"/>
          <p:cNvSpPr txBox="1"/>
          <p:nvPr>
            <p:ph idx="2" type="body"/>
          </p:nvPr>
        </p:nvSpPr>
        <p:spPr>
          <a:xfrm>
            <a:off x="461250" y="2869400"/>
            <a:ext cx="8221500" cy="16986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indent="-317500" lvl="1" marL="914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indent="-317500" lvl="2" marL="1371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indent="-317500" lvl="3" marL="18288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indent="-317500" lvl="4" marL="22860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indent="-317500" lvl="5" marL="27432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indent="-317500" lvl="6" marL="3200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indent="-317500" lvl="7" marL="3657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indent="-317500" lvl="8" marL="41148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della sezione e descrizione 1 1">
  <p:cSld name="SECTION_TITLE_AND_DESCRIPTION_1_1">
    <p:spTree>
      <p:nvGrpSpPr>
        <p:cNvPr id="37" name="Shape 37"/>
        <p:cNvGrpSpPr/>
        <p:nvPr/>
      </p:nvGrpSpPr>
      <p:grpSpPr>
        <a:xfrm>
          <a:off x="0" y="0"/>
          <a:ext cx="0" cy="0"/>
          <a:chOff x="0" y="0"/>
          <a:chExt cx="0" cy="0"/>
        </a:xfrm>
      </p:grpSpPr>
      <p:sp>
        <p:nvSpPr>
          <p:cNvPr id="38" name="Google Shape;3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pic>
        <p:nvPicPr>
          <p:cNvPr id="39" name="Google Shape;39;p9"/>
          <p:cNvPicPr preferRelativeResize="0"/>
          <p:nvPr/>
        </p:nvPicPr>
        <p:blipFill>
          <a:blip r:embed="rId2">
            <a:alphaModFix/>
          </a:blip>
          <a:stretch>
            <a:fillRect/>
          </a:stretch>
        </p:blipFill>
        <p:spPr>
          <a:xfrm>
            <a:off x="-61175" y="-96750"/>
            <a:ext cx="9386000" cy="5293650"/>
          </a:xfrm>
          <a:prstGeom prst="rect">
            <a:avLst/>
          </a:prstGeom>
          <a:noFill/>
          <a:ln>
            <a:noFill/>
          </a:ln>
        </p:spPr>
      </p:pic>
      <p:sp>
        <p:nvSpPr>
          <p:cNvPr id="40" name="Google Shape;40;p9"/>
          <p:cNvSpPr txBox="1"/>
          <p:nvPr>
            <p:ph idx="1" type="subTitle"/>
          </p:nvPr>
        </p:nvSpPr>
        <p:spPr>
          <a:xfrm>
            <a:off x="292190" y="1258275"/>
            <a:ext cx="3016800" cy="5157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cxnSp>
        <p:nvCxnSpPr>
          <p:cNvPr id="41" name="Google Shape;41;p9"/>
          <p:cNvCxnSpPr/>
          <p:nvPr/>
        </p:nvCxnSpPr>
        <p:spPr>
          <a:xfrm>
            <a:off x="390775" y="1062900"/>
            <a:ext cx="429900" cy="0"/>
          </a:xfrm>
          <a:prstGeom prst="straightConnector1">
            <a:avLst/>
          </a:prstGeom>
          <a:noFill/>
          <a:ln cap="flat" cmpd="sng" w="38100">
            <a:solidFill>
              <a:srgbClr val="FFFFFF"/>
            </a:solidFill>
            <a:prstDash val="solid"/>
            <a:round/>
            <a:headEnd len="med" w="med" type="none"/>
            <a:tailEnd len="med" w="med" type="none"/>
          </a:ln>
        </p:spPr>
      </p:cxnSp>
      <p:sp>
        <p:nvSpPr>
          <p:cNvPr id="42" name="Google Shape;42;p9"/>
          <p:cNvSpPr txBox="1"/>
          <p:nvPr>
            <p:ph idx="2" type="body"/>
          </p:nvPr>
        </p:nvSpPr>
        <p:spPr>
          <a:xfrm>
            <a:off x="292200" y="2336800"/>
            <a:ext cx="3357600" cy="2164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indent="-317500" lvl="1" marL="9144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indent="-317500" lvl="2" marL="13716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indent="-317500" lvl="3" marL="18288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indent="-317500" lvl="4" marL="22860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indent="-317500" lvl="5" marL="27432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indent="-317500" lvl="6" marL="32004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indent="-317500" lvl="7" marL="36576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indent="-317500" lvl="8" marL="41148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della sezione e descrizione 1 1 1">
  <p:cSld name="SECTION_TITLE_AND_DESCRIPTION_1_1_1">
    <p:spTree>
      <p:nvGrpSpPr>
        <p:cNvPr id="43" name="Shape 43"/>
        <p:cNvGrpSpPr/>
        <p:nvPr/>
      </p:nvGrpSpPr>
      <p:grpSpPr>
        <a:xfrm>
          <a:off x="0" y="0"/>
          <a:ext cx="0" cy="0"/>
          <a:chOff x="0" y="0"/>
          <a:chExt cx="0" cy="0"/>
        </a:xfrm>
      </p:grpSpPr>
      <p:cxnSp>
        <p:nvCxnSpPr>
          <p:cNvPr id="44" name="Google Shape;44;p10"/>
          <p:cNvCxnSpPr/>
          <p:nvPr/>
        </p:nvCxnSpPr>
        <p:spPr>
          <a:xfrm>
            <a:off x="390775" y="1062900"/>
            <a:ext cx="429900" cy="0"/>
          </a:xfrm>
          <a:prstGeom prst="straightConnector1">
            <a:avLst/>
          </a:prstGeom>
          <a:noFill/>
          <a:ln cap="flat" cmpd="sng" w="38100">
            <a:solidFill>
              <a:srgbClr val="FFFFFF"/>
            </a:solidFill>
            <a:prstDash val="solid"/>
            <a:round/>
            <a:headEnd len="med" w="med" type="none"/>
            <a:tailEnd len="med" w="med" type="none"/>
          </a:ln>
        </p:spPr>
      </p:cxnSp>
      <p:sp>
        <p:nvSpPr>
          <p:cNvPr id="45" name="Google Shape;45;p10"/>
          <p:cNvSpPr/>
          <p:nvPr/>
        </p:nvSpPr>
        <p:spPr>
          <a:xfrm>
            <a:off x="-25" y="50"/>
            <a:ext cx="9144000" cy="5143500"/>
          </a:xfrm>
          <a:prstGeom prst="rect">
            <a:avLst/>
          </a:prstGeom>
          <a:solidFill>
            <a:srgbClr val="33333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0"/>
          <p:cNvSpPr txBox="1"/>
          <p:nvPr>
            <p:ph idx="1" type="body"/>
          </p:nvPr>
        </p:nvSpPr>
        <p:spPr>
          <a:xfrm>
            <a:off x="461300" y="724075"/>
            <a:ext cx="8221500" cy="16986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indent="-317500" lvl="1" marL="914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indent="-317500" lvl="2" marL="1371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indent="-317500" lvl="3" marL="18288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indent="-317500" lvl="4" marL="22860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indent="-317500" lvl="5" marL="27432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indent="-317500" lvl="6" marL="3200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indent="-317500" lvl="7" marL="3657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indent="-317500" lvl="8" marL="41148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p:txBody>
      </p:sp>
      <p:sp>
        <p:nvSpPr>
          <p:cNvPr id="47" name="Google Shape;47;p10"/>
          <p:cNvSpPr txBox="1"/>
          <p:nvPr>
            <p:ph idx="2" type="body"/>
          </p:nvPr>
        </p:nvSpPr>
        <p:spPr>
          <a:xfrm>
            <a:off x="461250" y="2869400"/>
            <a:ext cx="8221500" cy="16986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indent="-317500" lvl="1" marL="914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indent="-317500" lvl="2" marL="1371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indent="-317500" lvl="3" marL="18288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indent="-317500" lvl="4" marL="22860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indent="-317500" lvl="5" marL="27432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indent="-317500" lvl="6" marL="3200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indent="-317500" lvl="7" marL="3657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indent="-317500" lvl="8" marL="41148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della sezione e descrizione 1 1 1 2">
  <p:cSld name="SECTION_TITLE_AND_DESCRIPTION_1_1_1_2">
    <p:spTree>
      <p:nvGrpSpPr>
        <p:cNvPr id="48" name="Shape 48"/>
        <p:cNvGrpSpPr/>
        <p:nvPr/>
      </p:nvGrpSpPr>
      <p:grpSpPr>
        <a:xfrm>
          <a:off x="0" y="0"/>
          <a:ext cx="0" cy="0"/>
          <a:chOff x="0" y="0"/>
          <a:chExt cx="0" cy="0"/>
        </a:xfrm>
      </p:grpSpPr>
      <p:pic>
        <p:nvPicPr>
          <p:cNvPr id="49" name="Google Shape;49;p11"/>
          <p:cNvPicPr preferRelativeResize="0"/>
          <p:nvPr/>
        </p:nvPicPr>
        <p:blipFill>
          <a:blip r:embed="rId2">
            <a:alphaModFix/>
          </a:blip>
          <a:stretch>
            <a:fillRect/>
          </a:stretch>
        </p:blipFill>
        <p:spPr>
          <a:xfrm>
            <a:off x="-52275" y="-52250"/>
            <a:ext cx="9338651" cy="5266950"/>
          </a:xfrm>
          <a:prstGeom prst="rect">
            <a:avLst/>
          </a:prstGeom>
          <a:noFill/>
          <a:ln>
            <a:noFill/>
          </a:ln>
        </p:spPr>
      </p:pic>
      <p:sp>
        <p:nvSpPr>
          <p:cNvPr id="50" name="Google Shape;5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
        <p:nvSpPr>
          <p:cNvPr id="51" name="Google Shape;51;p11"/>
          <p:cNvSpPr txBox="1"/>
          <p:nvPr>
            <p:ph idx="1" type="subTitle"/>
          </p:nvPr>
        </p:nvSpPr>
        <p:spPr>
          <a:xfrm>
            <a:off x="292190" y="1258275"/>
            <a:ext cx="3016800" cy="5157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cxnSp>
        <p:nvCxnSpPr>
          <p:cNvPr id="52" name="Google Shape;52;p11"/>
          <p:cNvCxnSpPr/>
          <p:nvPr/>
        </p:nvCxnSpPr>
        <p:spPr>
          <a:xfrm>
            <a:off x="390775" y="1062900"/>
            <a:ext cx="429900" cy="0"/>
          </a:xfrm>
          <a:prstGeom prst="straightConnector1">
            <a:avLst/>
          </a:prstGeom>
          <a:noFill/>
          <a:ln cap="flat" cmpd="sng" w="38100">
            <a:solidFill>
              <a:srgbClr val="FFFFFF"/>
            </a:solidFill>
            <a:prstDash val="solid"/>
            <a:round/>
            <a:headEnd len="med" w="med" type="none"/>
            <a:tailEnd len="med" w="med" type="none"/>
          </a:ln>
        </p:spPr>
      </p:cxnSp>
      <p:sp>
        <p:nvSpPr>
          <p:cNvPr id="53" name="Google Shape;53;p11"/>
          <p:cNvSpPr txBox="1"/>
          <p:nvPr>
            <p:ph idx="2" type="body"/>
          </p:nvPr>
        </p:nvSpPr>
        <p:spPr>
          <a:xfrm>
            <a:off x="292200" y="2336800"/>
            <a:ext cx="3357600" cy="2164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indent="-317500" lvl="1" marL="9144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indent="-317500" lvl="2" marL="13716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indent="-317500" lvl="3" marL="18288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indent="-317500" lvl="4" marL="22860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indent="-317500" lvl="5" marL="27432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indent="-317500" lvl="6" marL="32004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indent="-317500" lvl="7" marL="36576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indent="-317500" lvl="8" marL="41148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ersonalizzato 1">
  <p:cSld name="CUSTOM">
    <p:spTree>
      <p:nvGrpSpPr>
        <p:cNvPr id="54" name="Shape 54"/>
        <p:cNvGrpSpPr/>
        <p:nvPr/>
      </p:nvGrpSpPr>
      <p:grpSpPr>
        <a:xfrm>
          <a:off x="0" y="0"/>
          <a:ext cx="0" cy="0"/>
          <a:chOff x="0" y="0"/>
          <a:chExt cx="0" cy="0"/>
        </a:xfrm>
      </p:grpSpPr>
      <p:cxnSp>
        <p:nvCxnSpPr>
          <p:cNvPr id="55" name="Google Shape;55;p12"/>
          <p:cNvCxnSpPr/>
          <p:nvPr/>
        </p:nvCxnSpPr>
        <p:spPr>
          <a:xfrm>
            <a:off x="390775" y="1062900"/>
            <a:ext cx="429900" cy="0"/>
          </a:xfrm>
          <a:prstGeom prst="straightConnector1">
            <a:avLst/>
          </a:prstGeom>
          <a:noFill/>
          <a:ln cap="flat" cmpd="sng" w="38100">
            <a:solidFill>
              <a:srgbClr val="FFFFFF"/>
            </a:solidFill>
            <a:prstDash val="solid"/>
            <a:round/>
            <a:headEnd len="med" w="med" type="none"/>
            <a:tailEnd len="med" w="med" type="none"/>
          </a:ln>
        </p:spPr>
      </p:cxnSp>
      <p:sp>
        <p:nvSpPr>
          <p:cNvPr id="56" name="Google Shape;56;p12"/>
          <p:cNvSpPr/>
          <p:nvPr/>
        </p:nvSpPr>
        <p:spPr>
          <a:xfrm>
            <a:off x="-25" y="50"/>
            <a:ext cx="9144000" cy="5143500"/>
          </a:xfrm>
          <a:prstGeom prst="rect">
            <a:avLst/>
          </a:prstGeom>
          <a:solidFill>
            <a:srgbClr val="3C67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2"/>
          <p:cNvSpPr txBox="1"/>
          <p:nvPr>
            <p:ph idx="1" type="body"/>
          </p:nvPr>
        </p:nvSpPr>
        <p:spPr>
          <a:xfrm>
            <a:off x="461300" y="724075"/>
            <a:ext cx="8221500" cy="16986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indent="-317500" lvl="1" marL="914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indent="-317500" lvl="2" marL="1371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indent="-317500" lvl="3" marL="18288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indent="-317500" lvl="4" marL="22860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indent="-317500" lvl="5" marL="27432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indent="-317500" lvl="6" marL="3200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indent="-317500" lvl="7" marL="3657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indent="-317500" lvl="8" marL="41148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p:txBody>
      </p:sp>
      <p:sp>
        <p:nvSpPr>
          <p:cNvPr id="58" name="Google Shape;58;p12"/>
          <p:cNvSpPr txBox="1"/>
          <p:nvPr>
            <p:ph idx="2" type="body"/>
          </p:nvPr>
        </p:nvSpPr>
        <p:spPr>
          <a:xfrm>
            <a:off x="461250" y="2869400"/>
            <a:ext cx="8221500" cy="16986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indent="-317500" lvl="1" marL="914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indent="-317500" lvl="2" marL="1371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indent="-317500" lvl="3" marL="18288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indent="-317500" lvl="4" marL="22860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indent="-317500" lvl="5" marL="27432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indent="-317500" lvl="6" marL="3200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indent="-317500" lvl="7" marL="3657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indent="-317500" lvl="8" marL="41148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della sezione e descrizione 1 1 1 1">
  <p:cSld name="SECTION_TITLE_AND_DESCRIPTION_1_1_1_1">
    <p:spTree>
      <p:nvGrpSpPr>
        <p:cNvPr id="59" name="Shape 59"/>
        <p:cNvGrpSpPr/>
        <p:nvPr/>
      </p:nvGrpSpPr>
      <p:grpSpPr>
        <a:xfrm>
          <a:off x="0" y="0"/>
          <a:ext cx="0" cy="0"/>
          <a:chOff x="0" y="0"/>
          <a:chExt cx="0" cy="0"/>
        </a:xfrm>
      </p:grpSpPr>
      <p:pic>
        <p:nvPicPr>
          <p:cNvPr id="60" name="Google Shape;60;p13"/>
          <p:cNvPicPr preferRelativeResize="0"/>
          <p:nvPr/>
        </p:nvPicPr>
        <p:blipFill>
          <a:blip r:embed="rId2">
            <a:alphaModFix/>
          </a:blip>
          <a:stretch>
            <a:fillRect/>
          </a:stretch>
        </p:blipFill>
        <p:spPr>
          <a:xfrm>
            <a:off x="-52275" y="-70075"/>
            <a:ext cx="9354474" cy="5275875"/>
          </a:xfrm>
          <a:prstGeom prst="rect">
            <a:avLst/>
          </a:prstGeom>
          <a:noFill/>
          <a:ln>
            <a:noFill/>
          </a:ln>
        </p:spPr>
      </p:pic>
      <p:sp>
        <p:nvSpPr>
          <p:cNvPr id="61" name="Google Shape;61;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
        <p:nvSpPr>
          <p:cNvPr id="62" name="Google Shape;62;p13"/>
          <p:cNvSpPr txBox="1"/>
          <p:nvPr>
            <p:ph idx="1" type="subTitle"/>
          </p:nvPr>
        </p:nvSpPr>
        <p:spPr>
          <a:xfrm>
            <a:off x="292190" y="1258275"/>
            <a:ext cx="3016800" cy="5157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cxnSp>
        <p:nvCxnSpPr>
          <p:cNvPr id="63" name="Google Shape;63;p13"/>
          <p:cNvCxnSpPr/>
          <p:nvPr/>
        </p:nvCxnSpPr>
        <p:spPr>
          <a:xfrm>
            <a:off x="390775" y="1062900"/>
            <a:ext cx="429900" cy="0"/>
          </a:xfrm>
          <a:prstGeom prst="straightConnector1">
            <a:avLst/>
          </a:prstGeom>
          <a:noFill/>
          <a:ln cap="flat" cmpd="sng" w="38100">
            <a:solidFill>
              <a:srgbClr val="FFFFFF"/>
            </a:solidFill>
            <a:prstDash val="solid"/>
            <a:round/>
            <a:headEnd len="med" w="med" type="none"/>
            <a:tailEnd len="med" w="med" type="none"/>
          </a:ln>
        </p:spPr>
      </p:cxnSp>
      <p:sp>
        <p:nvSpPr>
          <p:cNvPr id="64" name="Google Shape;64;p13"/>
          <p:cNvSpPr txBox="1"/>
          <p:nvPr>
            <p:ph idx="2" type="body"/>
          </p:nvPr>
        </p:nvSpPr>
        <p:spPr>
          <a:xfrm>
            <a:off x="292200" y="2336800"/>
            <a:ext cx="3357600" cy="2164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indent="-317500" lvl="1" marL="9144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indent="-317500" lvl="2" marL="13716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indent="-317500" lvl="3" marL="18288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indent="-317500" lvl="4" marL="22860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indent="-317500" lvl="5" marL="27432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indent="-317500" lvl="6" marL="32004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indent="-317500" lvl="7" marL="36576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indent="-317500" lvl="8" marL="41148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ersonalizzato 2">
  <p:cSld name="CUSTOM_1">
    <p:spTree>
      <p:nvGrpSpPr>
        <p:cNvPr id="65" name="Shape 65"/>
        <p:cNvGrpSpPr/>
        <p:nvPr/>
      </p:nvGrpSpPr>
      <p:grpSpPr>
        <a:xfrm>
          <a:off x="0" y="0"/>
          <a:ext cx="0" cy="0"/>
          <a:chOff x="0" y="0"/>
          <a:chExt cx="0" cy="0"/>
        </a:xfrm>
      </p:grpSpPr>
      <p:cxnSp>
        <p:nvCxnSpPr>
          <p:cNvPr id="66" name="Google Shape;66;p14"/>
          <p:cNvCxnSpPr/>
          <p:nvPr/>
        </p:nvCxnSpPr>
        <p:spPr>
          <a:xfrm>
            <a:off x="390775" y="1062900"/>
            <a:ext cx="429900" cy="0"/>
          </a:xfrm>
          <a:prstGeom prst="straightConnector1">
            <a:avLst/>
          </a:prstGeom>
          <a:noFill/>
          <a:ln cap="flat" cmpd="sng" w="38100">
            <a:solidFill>
              <a:srgbClr val="FFFFFF"/>
            </a:solidFill>
            <a:prstDash val="solid"/>
            <a:round/>
            <a:headEnd len="med" w="med" type="none"/>
            <a:tailEnd len="med" w="med" type="none"/>
          </a:ln>
        </p:spPr>
      </p:cxnSp>
      <p:sp>
        <p:nvSpPr>
          <p:cNvPr id="67" name="Google Shape;67;p14"/>
          <p:cNvSpPr/>
          <p:nvPr/>
        </p:nvSpPr>
        <p:spPr>
          <a:xfrm>
            <a:off x="-25" y="50"/>
            <a:ext cx="9144000" cy="5143500"/>
          </a:xfrm>
          <a:prstGeom prst="rect">
            <a:avLst/>
          </a:prstGeom>
          <a:solidFill>
            <a:srgbClr val="8F44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txBox="1"/>
          <p:nvPr>
            <p:ph idx="1" type="body"/>
          </p:nvPr>
        </p:nvSpPr>
        <p:spPr>
          <a:xfrm>
            <a:off x="461300" y="724075"/>
            <a:ext cx="8221500" cy="16986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indent="-317500" lvl="1" marL="914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indent="-317500" lvl="2" marL="1371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indent="-317500" lvl="3" marL="18288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indent="-317500" lvl="4" marL="22860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indent="-317500" lvl="5" marL="27432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indent="-317500" lvl="6" marL="3200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indent="-317500" lvl="7" marL="3657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indent="-317500" lvl="8" marL="41148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p:txBody>
      </p:sp>
      <p:sp>
        <p:nvSpPr>
          <p:cNvPr id="69" name="Google Shape;69;p14"/>
          <p:cNvSpPr txBox="1"/>
          <p:nvPr>
            <p:ph idx="2" type="body"/>
          </p:nvPr>
        </p:nvSpPr>
        <p:spPr>
          <a:xfrm>
            <a:off x="461250" y="2869400"/>
            <a:ext cx="8221500" cy="16986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indent="-317500" lvl="1" marL="914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indent="-317500" lvl="2" marL="1371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indent="-317500" lvl="3" marL="18288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indent="-317500" lvl="4" marL="22860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indent="-317500" lvl="5" marL="27432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indent="-317500" lvl="6" marL="3200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indent="-317500" lvl="7" marL="3657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indent="-317500" lvl="8" marL="41148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della sezione e descrizione 1 1 1 1 1">
  <p:cSld name="SECTION_TITLE_AND_DESCRIPTION_1_1_1_1_1">
    <p:spTree>
      <p:nvGrpSpPr>
        <p:cNvPr id="70" name="Shape 70"/>
        <p:cNvGrpSpPr/>
        <p:nvPr/>
      </p:nvGrpSpPr>
      <p:grpSpPr>
        <a:xfrm>
          <a:off x="0" y="0"/>
          <a:ext cx="0" cy="0"/>
          <a:chOff x="0" y="0"/>
          <a:chExt cx="0" cy="0"/>
        </a:xfrm>
      </p:grpSpPr>
      <p:pic>
        <p:nvPicPr>
          <p:cNvPr id="71" name="Google Shape;71;p15"/>
          <p:cNvPicPr preferRelativeResize="0"/>
          <p:nvPr/>
        </p:nvPicPr>
        <p:blipFill>
          <a:blip r:embed="rId2">
            <a:alphaModFix/>
          </a:blip>
          <a:stretch>
            <a:fillRect/>
          </a:stretch>
        </p:blipFill>
        <p:spPr>
          <a:xfrm>
            <a:off x="-70075" y="-87875"/>
            <a:ext cx="9370249" cy="5284775"/>
          </a:xfrm>
          <a:prstGeom prst="rect">
            <a:avLst/>
          </a:prstGeom>
          <a:noFill/>
          <a:ln>
            <a:noFill/>
          </a:ln>
        </p:spPr>
      </p:pic>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
        <p:nvSpPr>
          <p:cNvPr id="73" name="Google Shape;73;p15"/>
          <p:cNvSpPr txBox="1"/>
          <p:nvPr>
            <p:ph idx="1" type="subTitle"/>
          </p:nvPr>
        </p:nvSpPr>
        <p:spPr>
          <a:xfrm>
            <a:off x="292190" y="1258275"/>
            <a:ext cx="3016800" cy="5157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cxnSp>
        <p:nvCxnSpPr>
          <p:cNvPr id="74" name="Google Shape;74;p15"/>
          <p:cNvCxnSpPr/>
          <p:nvPr/>
        </p:nvCxnSpPr>
        <p:spPr>
          <a:xfrm>
            <a:off x="390775" y="1062900"/>
            <a:ext cx="429900" cy="0"/>
          </a:xfrm>
          <a:prstGeom prst="straightConnector1">
            <a:avLst/>
          </a:prstGeom>
          <a:noFill/>
          <a:ln cap="flat" cmpd="sng" w="38100">
            <a:solidFill>
              <a:srgbClr val="FFFFFF"/>
            </a:solidFill>
            <a:prstDash val="solid"/>
            <a:round/>
            <a:headEnd len="med" w="med" type="none"/>
            <a:tailEnd len="med" w="med" type="none"/>
          </a:ln>
        </p:spPr>
      </p:cxnSp>
      <p:sp>
        <p:nvSpPr>
          <p:cNvPr id="75" name="Google Shape;75;p15"/>
          <p:cNvSpPr txBox="1"/>
          <p:nvPr>
            <p:ph idx="2" type="body"/>
          </p:nvPr>
        </p:nvSpPr>
        <p:spPr>
          <a:xfrm>
            <a:off x="292200" y="2336800"/>
            <a:ext cx="3357600" cy="2164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indent="-317500" lvl="1" marL="9144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indent="-317500" lvl="2" marL="13716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indent="-317500" lvl="3" marL="18288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indent="-317500" lvl="4" marL="22860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indent="-317500" lvl="5" marL="27432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indent="-317500" lvl="6" marL="32004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indent="-317500" lvl="7" marL="36576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indent="-317500" lvl="8" marL="41148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ersonalizzato 3">
  <p:cSld name="CUSTOM_2">
    <p:spTree>
      <p:nvGrpSpPr>
        <p:cNvPr id="76" name="Shape 76"/>
        <p:cNvGrpSpPr/>
        <p:nvPr/>
      </p:nvGrpSpPr>
      <p:grpSpPr>
        <a:xfrm>
          <a:off x="0" y="0"/>
          <a:ext cx="0" cy="0"/>
          <a:chOff x="0" y="0"/>
          <a:chExt cx="0" cy="0"/>
        </a:xfrm>
      </p:grpSpPr>
      <p:cxnSp>
        <p:nvCxnSpPr>
          <p:cNvPr id="77" name="Google Shape;77;p16"/>
          <p:cNvCxnSpPr/>
          <p:nvPr/>
        </p:nvCxnSpPr>
        <p:spPr>
          <a:xfrm>
            <a:off x="390775" y="1062900"/>
            <a:ext cx="429900" cy="0"/>
          </a:xfrm>
          <a:prstGeom prst="straightConnector1">
            <a:avLst/>
          </a:prstGeom>
          <a:noFill/>
          <a:ln cap="flat" cmpd="sng" w="38100">
            <a:solidFill>
              <a:srgbClr val="FFFFFF"/>
            </a:solidFill>
            <a:prstDash val="solid"/>
            <a:round/>
            <a:headEnd len="med" w="med" type="none"/>
            <a:tailEnd len="med" w="med" type="none"/>
          </a:ln>
        </p:spPr>
      </p:cxnSp>
      <p:sp>
        <p:nvSpPr>
          <p:cNvPr id="78" name="Google Shape;78;p16"/>
          <p:cNvSpPr/>
          <p:nvPr/>
        </p:nvSpPr>
        <p:spPr>
          <a:xfrm>
            <a:off x="-25" y="50"/>
            <a:ext cx="9144000" cy="5143500"/>
          </a:xfrm>
          <a:prstGeom prst="rect">
            <a:avLst/>
          </a:prstGeom>
          <a:solidFill>
            <a:srgbClr val="322E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txBox="1"/>
          <p:nvPr>
            <p:ph idx="1" type="body"/>
          </p:nvPr>
        </p:nvSpPr>
        <p:spPr>
          <a:xfrm>
            <a:off x="461300" y="724075"/>
            <a:ext cx="8221500" cy="16986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indent="-317500" lvl="1" marL="914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indent="-317500" lvl="2" marL="1371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indent="-317500" lvl="3" marL="18288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indent="-317500" lvl="4" marL="22860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indent="-317500" lvl="5" marL="27432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indent="-317500" lvl="6" marL="3200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indent="-317500" lvl="7" marL="3657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indent="-317500" lvl="8" marL="41148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p:txBody>
      </p:sp>
      <p:sp>
        <p:nvSpPr>
          <p:cNvPr id="80" name="Google Shape;80;p16"/>
          <p:cNvSpPr txBox="1"/>
          <p:nvPr>
            <p:ph idx="2" type="body"/>
          </p:nvPr>
        </p:nvSpPr>
        <p:spPr>
          <a:xfrm>
            <a:off x="461250" y="2869400"/>
            <a:ext cx="8221500" cy="16986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indent="-317500" lvl="1" marL="914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indent="-317500" lvl="2" marL="1371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indent="-317500" lvl="3" marL="18288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indent="-317500" lvl="4" marL="22860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indent="-317500" lvl="5" marL="27432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indent="-317500" lvl="6" marL="32004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indent="-317500" lvl="7" marL="36576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indent="-317500" lvl="8" marL="41148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della sezione e descrizione 1 1 1 1 1 1">
  <p:cSld name="SECTION_TITLE_AND_DESCRIPTION_1_1_1_1_1_1">
    <p:spTree>
      <p:nvGrpSpPr>
        <p:cNvPr id="81" name="Shape 81"/>
        <p:cNvGrpSpPr/>
        <p:nvPr/>
      </p:nvGrpSpPr>
      <p:grpSpPr>
        <a:xfrm>
          <a:off x="0" y="0"/>
          <a:ext cx="0" cy="0"/>
          <a:chOff x="0" y="0"/>
          <a:chExt cx="0" cy="0"/>
        </a:xfrm>
      </p:grpSpPr>
      <p:pic>
        <p:nvPicPr>
          <p:cNvPr id="82" name="Google Shape;82;p17"/>
          <p:cNvPicPr preferRelativeResize="0"/>
          <p:nvPr/>
        </p:nvPicPr>
        <p:blipFill>
          <a:blip r:embed="rId2">
            <a:alphaModFix/>
          </a:blip>
          <a:stretch>
            <a:fillRect/>
          </a:stretch>
        </p:blipFill>
        <p:spPr>
          <a:xfrm>
            <a:off x="-52275" y="-78950"/>
            <a:ext cx="9417551" cy="5311450"/>
          </a:xfrm>
          <a:prstGeom prst="rect">
            <a:avLst/>
          </a:prstGeom>
          <a:noFill/>
          <a:ln>
            <a:noFill/>
          </a:ln>
        </p:spPr>
      </p:pic>
      <p:sp>
        <p:nvSpPr>
          <p:cNvPr id="83" name="Google Shape;83;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
        <p:nvSpPr>
          <p:cNvPr id="84" name="Google Shape;84;p17"/>
          <p:cNvSpPr txBox="1"/>
          <p:nvPr>
            <p:ph idx="1" type="subTitle"/>
          </p:nvPr>
        </p:nvSpPr>
        <p:spPr>
          <a:xfrm>
            <a:off x="292190" y="1258275"/>
            <a:ext cx="3016800" cy="5157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cxnSp>
        <p:nvCxnSpPr>
          <p:cNvPr id="85" name="Google Shape;85;p17"/>
          <p:cNvCxnSpPr/>
          <p:nvPr/>
        </p:nvCxnSpPr>
        <p:spPr>
          <a:xfrm>
            <a:off x="390775" y="1062900"/>
            <a:ext cx="429900" cy="0"/>
          </a:xfrm>
          <a:prstGeom prst="straightConnector1">
            <a:avLst/>
          </a:prstGeom>
          <a:noFill/>
          <a:ln cap="flat" cmpd="sng" w="38100">
            <a:solidFill>
              <a:srgbClr val="FFFFFF"/>
            </a:solidFill>
            <a:prstDash val="solid"/>
            <a:round/>
            <a:headEnd len="med" w="med" type="none"/>
            <a:tailEnd len="med" w="med" type="none"/>
          </a:ln>
        </p:spPr>
      </p:cxnSp>
      <p:sp>
        <p:nvSpPr>
          <p:cNvPr id="86" name="Google Shape;86;p17"/>
          <p:cNvSpPr txBox="1"/>
          <p:nvPr>
            <p:ph idx="2" type="body"/>
          </p:nvPr>
        </p:nvSpPr>
        <p:spPr>
          <a:xfrm>
            <a:off x="292200" y="2336800"/>
            <a:ext cx="3357600" cy="2164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indent="-317500" lvl="1" marL="9144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indent="-317500" lvl="2" marL="13716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indent="-317500" lvl="3" marL="18288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indent="-317500" lvl="4" marL="22860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indent="-317500" lvl="5" marL="27432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indent="-317500" lvl="6" marL="32004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indent="-317500" lvl="7" marL="36576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indent="-317500" lvl="8" marL="41148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7" name="Shape 87"/>
        <p:cNvGrpSpPr/>
        <p:nvPr/>
      </p:nvGrpSpPr>
      <p:grpSpPr>
        <a:xfrm>
          <a:off x="0" y="0"/>
          <a:ext cx="0" cy="0"/>
          <a:chOff x="0" y="0"/>
          <a:chExt cx="0" cy="0"/>
        </a:xfrm>
      </p:grpSpPr>
      <p:sp>
        <p:nvSpPr>
          <p:cNvPr id="88" name="Google Shape;88;p18"/>
          <p:cNvSpPr txBox="1"/>
          <p:nvPr>
            <p:ph idx="1" type="body"/>
          </p:nvPr>
        </p:nvSpPr>
        <p:spPr>
          <a:xfrm>
            <a:off x="311700" y="4230575"/>
            <a:ext cx="65814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Font typeface="Lekton"/>
              <a:buNone/>
              <a:defRPr b="1">
                <a:latin typeface="Lekton"/>
                <a:ea typeface="Lekton"/>
                <a:cs typeface="Lekton"/>
                <a:sym typeface="Lekton"/>
              </a:defRPr>
            </a:lvl1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0" name="Shape 90"/>
        <p:cNvGrpSpPr/>
        <p:nvPr/>
      </p:nvGrpSpPr>
      <p:grpSpPr>
        <a:xfrm>
          <a:off x="0" y="0"/>
          <a:ext cx="0" cy="0"/>
          <a:chOff x="0" y="0"/>
          <a:chExt cx="0" cy="0"/>
        </a:xfrm>
      </p:grpSpPr>
      <p:sp>
        <p:nvSpPr>
          <p:cNvPr id="91" name="Google Shape;91;p1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D66B55"/>
              </a:buClr>
              <a:buSzPts val="20000"/>
              <a:buFont typeface="Lekton"/>
              <a:buNone/>
              <a:defRPr b="1" sz="20000">
                <a:solidFill>
                  <a:srgbClr val="D66B55"/>
                </a:solidFill>
                <a:latin typeface="Lekton"/>
                <a:ea typeface="Lekton"/>
                <a:cs typeface="Lekton"/>
                <a:sym typeface="Lekton"/>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93" name="Google Shape;93;p19"/>
          <p:cNvSpPr txBox="1"/>
          <p:nvPr>
            <p:ph idx="1" type="subTitle"/>
          </p:nvPr>
        </p:nvSpPr>
        <p:spPr>
          <a:xfrm>
            <a:off x="2430575" y="2993300"/>
            <a:ext cx="4204800" cy="393600"/>
          </a:xfrm>
          <a:prstGeom prst="rect">
            <a:avLst/>
          </a:prstGeom>
        </p:spPr>
        <p:txBody>
          <a:bodyPr anchorCtr="0" anchor="t" bIns="91425" lIns="91425" spcFirstLastPara="1" rIns="91425" wrap="square" tIns="91425">
            <a:noAutofit/>
          </a:bodyPr>
          <a:lstStyle>
            <a:lvl1pPr lvl="0">
              <a:spcBef>
                <a:spcPts val="0"/>
              </a:spcBef>
              <a:spcAft>
                <a:spcPts val="0"/>
              </a:spcAft>
              <a:buNone/>
              <a:defRPr b="1">
                <a:latin typeface="Titillium Web"/>
                <a:ea typeface="Titillium Web"/>
                <a:cs typeface="Titillium Web"/>
                <a:sym typeface="Titillium Web"/>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94" name="Google Shape;94;p19"/>
          <p:cNvSpPr txBox="1"/>
          <p:nvPr>
            <p:ph idx="2" type="body"/>
          </p:nvPr>
        </p:nvSpPr>
        <p:spPr>
          <a:xfrm>
            <a:off x="2430575" y="3477850"/>
            <a:ext cx="4204800" cy="1185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Lekton"/>
              <a:buChar char="●"/>
              <a:defRPr b="1">
                <a:latin typeface="Lekton"/>
                <a:ea typeface="Lekton"/>
                <a:cs typeface="Lekton"/>
                <a:sym typeface="Lekton"/>
              </a:defRPr>
            </a:lvl1pPr>
            <a:lvl2pPr indent="-317500" lvl="1" marL="914400">
              <a:spcBef>
                <a:spcPts val="1600"/>
              </a:spcBef>
              <a:spcAft>
                <a:spcPts val="0"/>
              </a:spcAft>
              <a:buSzPts val="1400"/>
              <a:buFont typeface="Lekton"/>
              <a:buChar char="○"/>
              <a:defRPr b="1">
                <a:latin typeface="Lekton"/>
                <a:ea typeface="Lekton"/>
                <a:cs typeface="Lekton"/>
                <a:sym typeface="Lekton"/>
              </a:defRPr>
            </a:lvl2pPr>
            <a:lvl3pPr indent="-317500" lvl="2" marL="1371600">
              <a:spcBef>
                <a:spcPts val="1600"/>
              </a:spcBef>
              <a:spcAft>
                <a:spcPts val="0"/>
              </a:spcAft>
              <a:buSzPts val="1400"/>
              <a:buFont typeface="Lekton"/>
              <a:buChar char="■"/>
              <a:defRPr b="1">
                <a:latin typeface="Lekton"/>
                <a:ea typeface="Lekton"/>
                <a:cs typeface="Lekton"/>
                <a:sym typeface="Lekton"/>
              </a:defRPr>
            </a:lvl3pPr>
            <a:lvl4pPr indent="-317500" lvl="3" marL="1828800">
              <a:spcBef>
                <a:spcPts val="1600"/>
              </a:spcBef>
              <a:spcAft>
                <a:spcPts val="0"/>
              </a:spcAft>
              <a:buSzPts val="1400"/>
              <a:buFont typeface="Lekton"/>
              <a:buChar char="●"/>
              <a:defRPr b="1">
                <a:latin typeface="Lekton"/>
                <a:ea typeface="Lekton"/>
                <a:cs typeface="Lekton"/>
                <a:sym typeface="Lekton"/>
              </a:defRPr>
            </a:lvl4pPr>
            <a:lvl5pPr indent="-317500" lvl="4" marL="2286000">
              <a:spcBef>
                <a:spcPts val="1600"/>
              </a:spcBef>
              <a:spcAft>
                <a:spcPts val="0"/>
              </a:spcAft>
              <a:buSzPts val="1400"/>
              <a:buFont typeface="Lekton"/>
              <a:buChar char="○"/>
              <a:defRPr b="1">
                <a:latin typeface="Lekton"/>
                <a:ea typeface="Lekton"/>
                <a:cs typeface="Lekton"/>
                <a:sym typeface="Lekton"/>
              </a:defRPr>
            </a:lvl5pPr>
            <a:lvl6pPr indent="-317500" lvl="5" marL="2743200">
              <a:spcBef>
                <a:spcPts val="1600"/>
              </a:spcBef>
              <a:spcAft>
                <a:spcPts val="0"/>
              </a:spcAft>
              <a:buSzPts val="1400"/>
              <a:buFont typeface="Lekton"/>
              <a:buChar char="■"/>
              <a:defRPr b="1">
                <a:latin typeface="Lekton"/>
                <a:ea typeface="Lekton"/>
                <a:cs typeface="Lekton"/>
                <a:sym typeface="Lekton"/>
              </a:defRPr>
            </a:lvl6pPr>
            <a:lvl7pPr indent="-317500" lvl="6" marL="3200400">
              <a:spcBef>
                <a:spcPts val="1600"/>
              </a:spcBef>
              <a:spcAft>
                <a:spcPts val="0"/>
              </a:spcAft>
              <a:buSzPts val="1400"/>
              <a:buFont typeface="Lekton"/>
              <a:buChar char="●"/>
              <a:defRPr b="1">
                <a:latin typeface="Lekton"/>
                <a:ea typeface="Lekton"/>
                <a:cs typeface="Lekton"/>
                <a:sym typeface="Lekton"/>
              </a:defRPr>
            </a:lvl7pPr>
            <a:lvl8pPr indent="-317500" lvl="7" marL="3657600">
              <a:spcBef>
                <a:spcPts val="1600"/>
              </a:spcBef>
              <a:spcAft>
                <a:spcPts val="0"/>
              </a:spcAft>
              <a:buSzPts val="1400"/>
              <a:buFont typeface="Lekton"/>
              <a:buChar char="○"/>
              <a:defRPr b="1">
                <a:latin typeface="Lekton"/>
                <a:ea typeface="Lekton"/>
                <a:cs typeface="Lekton"/>
                <a:sym typeface="Lekton"/>
              </a:defRPr>
            </a:lvl8pPr>
            <a:lvl9pPr indent="-317500" lvl="8" marL="4114800">
              <a:spcBef>
                <a:spcPts val="1600"/>
              </a:spcBef>
              <a:spcAft>
                <a:spcPts val="1600"/>
              </a:spcAft>
              <a:buSzPts val="1400"/>
              <a:buFont typeface="Lekton"/>
              <a:buChar char="■"/>
              <a:defRPr b="1">
                <a:latin typeface="Lekton"/>
                <a:ea typeface="Lekton"/>
                <a:cs typeface="Lekton"/>
                <a:sym typeface="Lekton"/>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hyperlink" Target="https://ec.europa.eu/eurostat/databrowser/view/crim_off_cat/default/table?lang=en" TargetMode="External"/><Relationship Id="rId4" Type="http://schemas.openxmlformats.org/officeDocument/2006/relationships/hyperlink" Target="https://ec.europa.eu/eurostat/web/tourism/databas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https://ec.europa.eu/eurostat/databrowser/view/educ_uoe_enrt03/default/table?lang=en" TargetMode="External"/><Relationship Id="rId4" Type="http://schemas.openxmlformats.org/officeDocument/2006/relationships/hyperlink" Target="https://ec.europa.eu/eurostat/databrowser/view/educ_uoe_grad02/default/table?lang=en" TargetMode="External"/><Relationship Id="rId5" Type="http://schemas.openxmlformats.org/officeDocument/2006/relationships/hyperlink" Target="https://ec.europa.eu/eurostat/databrowser/view/crim_pris_cap/default/table?lang=e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s://ec.europa.eu/eurostat/databrowser/view/isoc_ci_in_h/default/table?lang=en" TargetMode="External"/><Relationship Id="rId4" Type="http://schemas.openxmlformats.org/officeDocument/2006/relationships/hyperlink" Target="https://ec.europa.eu/eurostat/databrowser/view/hlth_rs_bds1/default/table?lang=e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www.datawrapper.de/" TargetMode="External"/><Relationship Id="rId4" Type="http://schemas.openxmlformats.org/officeDocument/2006/relationships/hyperlink" Target="https://flourish.studio/" TargetMode="External"/><Relationship Id="rId5" Type="http://schemas.openxmlformats.org/officeDocument/2006/relationships/hyperlink" Target="https://www.take-a-screenshot.or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hyperlink" Target="https://creativecommons.org/share-your-work/" TargetMode="External"/><Relationship Id="rId4" Type="http://schemas.openxmlformats.org/officeDocument/2006/relationships/hyperlink" Target="https://creativecommons.org/choos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nvSpPr>
        <p:spPr>
          <a:xfrm>
            <a:off x="1277000" y="700450"/>
            <a:ext cx="2128500" cy="14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1"/>
          <p:cNvSpPr txBox="1"/>
          <p:nvPr>
            <p:ph type="ctrTitle"/>
          </p:nvPr>
        </p:nvSpPr>
        <p:spPr>
          <a:xfrm>
            <a:off x="0" y="1731898"/>
            <a:ext cx="9144000" cy="81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Data Visualization Pitch</a:t>
            </a:r>
            <a:endParaRPr/>
          </a:p>
        </p:txBody>
      </p:sp>
      <p:sp>
        <p:nvSpPr>
          <p:cNvPr id="103" name="Google Shape;103;p21"/>
          <p:cNvSpPr txBox="1"/>
          <p:nvPr>
            <p:ph idx="1" type="subTitle"/>
          </p:nvPr>
        </p:nvSpPr>
        <p:spPr>
          <a:xfrm>
            <a:off x="0" y="2548500"/>
            <a:ext cx="9144000" cy="5079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it"/>
              <a:t>Individual Assignment • Template</a:t>
            </a:r>
            <a:endParaRPr/>
          </a:p>
        </p:txBody>
      </p:sp>
      <p:sp>
        <p:nvSpPr>
          <p:cNvPr id="104" name="Google Shape;104;p21"/>
          <p:cNvSpPr txBox="1"/>
          <p:nvPr/>
        </p:nvSpPr>
        <p:spPr>
          <a:xfrm rot="3193443">
            <a:off x="6331816" y="1040259"/>
            <a:ext cx="2488443" cy="5720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D66B55"/>
                </a:solidFill>
                <a:latin typeface="Titillium Web"/>
                <a:ea typeface="Titillium Web"/>
                <a:cs typeface="Titillium Web"/>
                <a:sym typeface="Titillium Web"/>
              </a:rPr>
              <a:t>DELETE BEFORE UPLOAD</a:t>
            </a:r>
            <a:endParaRPr b="1">
              <a:solidFill>
                <a:srgbClr val="D66B55"/>
              </a:solidFill>
              <a:latin typeface="Titillium Web"/>
              <a:ea typeface="Titillium Web"/>
              <a:cs typeface="Titillium Web"/>
              <a:sym typeface="Titillium Web"/>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nvSpPr>
        <p:spPr>
          <a:xfrm>
            <a:off x="2146200" y="860725"/>
            <a:ext cx="4851600" cy="34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a:solidFill>
                  <a:srgbClr val="333333"/>
                </a:solidFill>
                <a:latin typeface="Lekton"/>
                <a:ea typeface="Lekton"/>
                <a:cs typeface="Lekton"/>
                <a:sym typeface="Lekton"/>
              </a:rPr>
              <a:t>This slide deck contains the instructions and the template for your assignment. </a:t>
            </a:r>
            <a:endParaRPr>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AutoNum type="arabicPeriod"/>
            </a:pPr>
            <a:r>
              <a:rPr lang="it">
                <a:solidFill>
                  <a:srgbClr val="333333"/>
                </a:solidFill>
                <a:latin typeface="Lekton"/>
                <a:ea typeface="Lekton"/>
                <a:cs typeface="Lekton"/>
                <a:sym typeface="Lekton"/>
              </a:rPr>
              <a:t>You should first </a:t>
            </a:r>
            <a:r>
              <a:rPr lang="it">
                <a:solidFill>
                  <a:srgbClr val="333333"/>
                </a:solidFill>
                <a:latin typeface="Lekton"/>
                <a:ea typeface="Lekton"/>
                <a:cs typeface="Lekton"/>
                <a:sym typeface="Lekton"/>
              </a:rPr>
              <a:t>download</a:t>
            </a:r>
            <a:r>
              <a:rPr lang="it">
                <a:solidFill>
                  <a:srgbClr val="333333"/>
                </a:solidFill>
                <a:latin typeface="Lekton"/>
                <a:ea typeface="Lekton"/>
                <a:cs typeface="Lekton"/>
                <a:sym typeface="Lekton"/>
              </a:rPr>
              <a:t> this slide deck (.pptx) or create a copy (google presentation)</a:t>
            </a:r>
            <a:endParaRPr>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AutoNum type="arabicPeriod"/>
            </a:pPr>
            <a:r>
              <a:rPr lang="it">
                <a:solidFill>
                  <a:srgbClr val="333333"/>
                </a:solidFill>
                <a:latin typeface="Lekton"/>
                <a:ea typeface="Lekton"/>
                <a:cs typeface="Lekton"/>
                <a:sym typeface="Lekton"/>
              </a:rPr>
              <a:t>Then, start editing it accordingly, as instructed in each slide. </a:t>
            </a:r>
            <a:endParaRPr>
              <a:solidFill>
                <a:srgbClr val="333333"/>
              </a:solidFill>
              <a:latin typeface="Lekton"/>
              <a:ea typeface="Lekton"/>
              <a:cs typeface="Lekton"/>
              <a:sym typeface="Lekton"/>
            </a:endParaRPr>
          </a:p>
          <a:p>
            <a:pPr indent="-317500" lvl="0" marL="457200" rtl="0" algn="l">
              <a:spcBef>
                <a:spcPts val="1000"/>
              </a:spcBef>
              <a:spcAft>
                <a:spcPts val="200"/>
              </a:spcAft>
              <a:buClr>
                <a:srgbClr val="333333"/>
              </a:buClr>
              <a:buSzPts val="1400"/>
              <a:buFont typeface="Lekton"/>
              <a:buAutoNum type="arabicPeriod"/>
            </a:pPr>
            <a:r>
              <a:rPr lang="it">
                <a:solidFill>
                  <a:srgbClr val="333333"/>
                </a:solidFill>
                <a:latin typeface="Lekton"/>
                <a:ea typeface="Lekton"/>
                <a:cs typeface="Lekton"/>
                <a:sym typeface="Lekton"/>
              </a:rPr>
              <a:t>Once you are done with all the assignment, you should delete the first slide, this present slide and any other slide with the “DELETE” icon at the top. This way, in the end, </a:t>
            </a:r>
            <a:r>
              <a:rPr b="1" lang="it">
                <a:solidFill>
                  <a:srgbClr val="333333"/>
                </a:solidFill>
                <a:latin typeface="Lekton"/>
                <a:ea typeface="Lekton"/>
                <a:cs typeface="Lekton"/>
                <a:sym typeface="Lekton"/>
              </a:rPr>
              <a:t>the final deck will contain only slides in which you, yourself, have added content.</a:t>
            </a:r>
            <a:endParaRPr>
              <a:solidFill>
                <a:srgbClr val="333333"/>
              </a:solidFill>
              <a:latin typeface="Lekton"/>
              <a:ea typeface="Lekton"/>
              <a:cs typeface="Lekton"/>
              <a:sym typeface="Lekton"/>
            </a:endParaRPr>
          </a:p>
        </p:txBody>
      </p:sp>
      <p:sp>
        <p:nvSpPr>
          <p:cNvPr id="110" name="Google Shape;110;p22"/>
          <p:cNvSpPr txBox="1"/>
          <p:nvPr/>
        </p:nvSpPr>
        <p:spPr>
          <a:xfrm rot="3193443">
            <a:off x="6331816" y="1040259"/>
            <a:ext cx="2488443" cy="5720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D66B55"/>
                </a:solidFill>
                <a:latin typeface="Titillium Web"/>
                <a:ea typeface="Titillium Web"/>
                <a:cs typeface="Titillium Web"/>
                <a:sym typeface="Titillium Web"/>
              </a:rPr>
              <a:t>DELETE BEFORE UPLOAD</a:t>
            </a:r>
            <a:endParaRPr b="1">
              <a:solidFill>
                <a:srgbClr val="D66B55"/>
              </a:solidFill>
              <a:latin typeface="Titillium Web"/>
              <a:ea typeface="Titillium Web"/>
              <a:cs typeface="Titillium Web"/>
              <a:sym typeface="Titillium Web"/>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nvSpPr>
        <p:spPr>
          <a:xfrm>
            <a:off x="1277000" y="700450"/>
            <a:ext cx="2128500" cy="14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3"/>
          <p:cNvSpPr txBox="1"/>
          <p:nvPr>
            <p:ph type="ctrTitle"/>
          </p:nvPr>
        </p:nvSpPr>
        <p:spPr>
          <a:xfrm>
            <a:off x="-12900" y="207900"/>
            <a:ext cx="4584900" cy="81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sz="1800"/>
              <a:t>Data Visualization Pitch</a:t>
            </a:r>
            <a:endParaRPr sz="1800"/>
          </a:p>
          <a:p>
            <a:pPr indent="0" lvl="0" marL="0" rtl="0" algn="ctr">
              <a:lnSpc>
                <a:spcPct val="115000"/>
              </a:lnSpc>
              <a:spcBef>
                <a:spcPts val="0"/>
              </a:spcBef>
              <a:spcAft>
                <a:spcPts val="1600"/>
              </a:spcAft>
              <a:buNone/>
            </a:pPr>
            <a:r>
              <a:rPr lang="it" sz="1400">
                <a:solidFill>
                  <a:srgbClr val="D66B55"/>
                </a:solidFill>
                <a:latin typeface="Titillium Web"/>
                <a:ea typeface="Titillium Web"/>
                <a:cs typeface="Titillium Web"/>
                <a:sym typeface="Titillium Web"/>
              </a:rPr>
              <a:t>Student  Individual Assignment</a:t>
            </a:r>
            <a:endParaRPr sz="1800"/>
          </a:p>
        </p:txBody>
      </p:sp>
      <p:sp>
        <p:nvSpPr>
          <p:cNvPr id="117" name="Google Shape;117;p23"/>
          <p:cNvSpPr txBox="1"/>
          <p:nvPr/>
        </p:nvSpPr>
        <p:spPr>
          <a:xfrm>
            <a:off x="4559225" y="4275600"/>
            <a:ext cx="4584900" cy="7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a:latin typeface="Titillium Web"/>
                <a:ea typeface="Titillium Web"/>
                <a:cs typeface="Titillium Web"/>
                <a:sym typeface="Titillium Web"/>
              </a:rPr>
              <a:t>Student name: </a:t>
            </a:r>
            <a:r>
              <a:rPr b="1" lang="it">
                <a:solidFill>
                  <a:srgbClr val="D66B55"/>
                </a:solidFill>
                <a:latin typeface="Titillium Web"/>
                <a:ea typeface="Titillium Web"/>
                <a:cs typeface="Titillium Web"/>
                <a:sym typeface="Titillium Web"/>
              </a:rPr>
              <a:t>Bob Marley</a:t>
            </a:r>
            <a:endParaRPr b="1">
              <a:solidFill>
                <a:srgbClr val="D66B55"/>
              </a:solidFill>
              <a:latin typeface="Titillium Web"/>
              <a:ea typeface="Titillium Web"/>
              <a:cs typeface="Titillium Web"/>
              <a:sym typeface="Titillium Web"/>
            </a:endParaRPr>
          </a:p>
          <a:p>
            <a:pPr indent="0" lvl="0" marL="0" rtl="0" algn="ctr">
              <a:spcBef>
                <a:spcPts val="0"/>
              </a:spcBef>
              <a:spcAft>
                <a:spcPts val="0"/>
              </a:spcAft>
              <a:buClr>
                <a:schemeClr val="dk1"/>
              </a:buClr>
              <a:buSzPts val="1100"/>
              <a:buFont typeface="Arial"/>
              <a:buNone/>
            </a:pPr>
            <a:r>
              <a:rPr b="1" lang="it">
                <a:solidFill>
                  <a:schemeClr val="dk1"/>
                </a:solidFill>
                <a:latin typeface="Titillium Web"/>
                <a:ea typeface="Titillium Web"/>
                <a:cs typeface="Titillium Web"/>
                <a:sym typeface="Titillium Web"/>
              </a:rPr>
              <a:t>Student ID: </a:t>
            </a:r>
            <a:r>
              <a:rPr b="1" lang="it">
                <a:solidFill>
                  <a:srgbClr val="D66B55"/>
                </a:solidFill>
                <a:latin typeface="Titillium Web"/>
                <a:ea typeface="Titillium Web"/>
                <a:cs typeface="Titillium Web"/>
                <a:sym typeface="Titillium Web"/>
              </a:rPr>
              <a:t>12325</a:t>
            </a:r>
            <a:endParaRPr b="1">
              <a:solidFill>
                <a:srgbClr val="D66B55"/>
              </a:solidFill>
              <a:latin typeface="Titillium Web"/>
              <a:ea typeface="Titillium Web"/>
              <a:cs typeface="Titillium Web"/>
              <a:sym typeface="Titillium Web"/>
            </a:endParaRPr>
          </a:p>
          <a:p>
            <a:pPr indent="0" lvl="0" marL="0" rtl="0" algn="ctr">
              <a:spcBef>
                <a:spcPts val="0"/>
              </a:spcBef>
              <a:spcAft>
                <a:spcPts val="0"/>
              </a:spcAft>
              <a:buClr>
                <a:schemeClr val="dk1"/>
              </a:buClr>
              <a:buSzPts val="1100"/>
              <a:buFont typeface="Arial"/>
              <a:buNone/>
            </a:pPr>
            <a:r>
              <a:rPr b="1" lang="it">
                <a:solidFill>
                  <a:schemeClr val="dk1"/>
                </a:solidFill>
                <a:latin typeface="Titillium Web"/>
                <a:ea typeface="Titillium Web"/>
                <a:cs typeface="Titillium Web"/>
                <a:sym typeface="Titillium Web"/>
              </a:rPr>
              <a:t>Student e-mail address: </a:t>
            </a:r>
            <a:r>
              <a:rPr b="1" lang="it">
                <a:solidFill>
                  <a:srgbClr val="D66B55"/>
                </a:solidFill>
                <a:latin typeface="Titillium Web"/>
                <a:ea typeface="Titillium Web"/>
                <a:cs typeface="Titillium Web"/>
                <a:sym typeface="Titillium Web"/>
              </a:rPr>
              <a:t>blabla@gmail.com</a:t>
            </a:r>
            <a:endParaRPr b="1">
              <a:solidFill>
                <a:srgbClr val="D66B55"/>
              </a:solidFill>
              <a:latin typeface="Titillium Web"/>
              <a:ea typeface="Titillium Web"/>
              <a:cs typeface="Titillium Web"/>
              <a:sym typeface="Titillium Web"/>
            </a:endParaRPr>
          </a:p>
          <a:p>
            <a:pPr indent="0" lvl="0" marL="0" rtl="0" algn="ctr">
              <a:spcBef>
                <a:spcPts val="0"/>
              </a:spcBef>
              <a:spcAft>
                <a:spcPts val="0"/>
              </a:spcAft>
              <a:buNone/>
            </a:pPr>
            <a:r>
              <a:t/>
            </a:r>
            <a:endParaRPr b="1">
              <a:latin typeface="Titillium Web"/>
              <a:ea typeface="Titillium Web"/>
              <a:cs typeface="Titillium Web"/>
              <a:sym typeface="Titillium Web"/>
            </a:endParaRPr>
          </a:p>
        </p:txBody>
      </p:sp>
      <p:cxnSp>
        <p:nvCxnSpPr>
          <p:cNvPr id="118" name="Google Shape;118;p23"/>
          <p:cNvCxnSpPr/>
          <p:nvPr/>
        </p:nvCxnSpPr>
        <p:spPr>
          <a:xfrm>
            <a:off x="4572000" y="0"/>
            <a:ext cx="0" cy="5134500"/>
          </a:xfrm>
          <a:prstGeom prst="straightConnector1">
            <a:avLst/>
          </a:prstGeom>
          <a:noFill/>
          <a:ln cap="flat" cmpd="sng" w="9525">
            <a:solidFill>
              <a:srgbClr val="B7B7B7"/>
            </a:solidFill>
            <a:prstDash val="solid"/>
            <a:round/>
            <a:headEnd len="med" w="med" type="none"/>
            <a:tailEnd len="med" w="med" type="none"/>
          </a:ln>
        </p:spPr>
      </p:cxnSp>
      <p:sp>
        <p:nvSpPr>
          <p:cNvPr id="119" name="Google Shape;119;p23"/>
          <p:cNvSpPr txBox="1"/>
          <p:nvPr/>
        </p:nvSpPr>
        <p:spPr>
          <a:xfrm>
            <a:off x="4559100" y="1398750"/>
            <a:ext cx="4584900" cy="2441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it" sz="4200">
                <a:latin typeface="Lekton"/>
                <a:ea typeface="Lekton"/>
                <a:cs typeface="Lekton"/>
                <a:sym typeface="Lekton"/>
              </a:rPr>
              <a:t>Insert a Title </a:t>
            </a:r>
            <a:endParaRPr b="1" sz="4200">
              <a:solidFill>
                <a:srgbClr val="000000"/>
              </a:solidFill>
              <a:latin typeface="Lekton"/>
              <a:ea typeface="Lekton"/>
              <a:cs typeface="Lekton"/>
              <a:sym typeface="Lekton"/>
            </a:endParaRPr>
          </a:p>
        </p:txBody>
      </p:sp>
      <p:sp>
        <p:nvSpPr>
          <p:cNvPr id="120" name="Google Shape;120;p23"/>
          <p:cNvSpPr txBox="1"/>
          <p:nvPr/>
        </p:nvSpPr>
        <p:spPr>
          <a:xfrm>
            <a:off x="-12900" y="1551150"/>
            <a:ext cx="4584900" cy="2441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it" sz="4200">
                <a:latin typeface="Lekton"/>
                <a:ea typeface="Lekton"/>
                <a:cs typeface="Lekton"/>
                <a:sym typeface="Lekton"/>
              </a:rPr>
              <a:t>Insert </a:t>
            </a:r>
            <a:endParaRPr b="1" sz="4200">
              <a:latin typeface="Lekton"/>
              <a:ea typeface="Lekton"/>
              <a:cs typeface="Lekton"/>
              <a:sym typeface="Lekton"/>
            </a:endParaRPr>
          </a:p>
          <a:p>
            <a:pPr indent="0" lvl="0" marL="0" rtl="0" algn="ctr">
              <a:spcBef>
                <a:spcPts val="0"/>
              </a:spcBef>
              <a:spcAft>
                <a:spcPts val="0"/>
              </a:spcAft>
              <a:buNone/>
            </a:pPr>
            <a:r>
              <a:rPr b="1" lang="it" sz="4200">
                <a:latin typeface="Lekton"/>
                <a:ea typeface="Lekton"/>
                <a:cs typeface="Lekton"/>
                <a:sym typeface="Lekton"/>
              </a:rPr>
              <a:t>a Cover image</a:t>
            </a:r>
            <a:endParaRPr b="1" sz="4200">
              <a:latin typeface="Lekton"/>
              <a:ea typeface="Lekton"/>
              <a:cs typeface="Lekton"/>
              <a:sym typeface="Lekton"/>
            </a:endParaRPr>
          </a:p>
          <a:p>
            <a:pPr indent="0" lvl="0" marL="0" rtl="0" algn="ctr">
              <a:spcBef>
                <a:spcPts val="0"/>
              </a:spcBef>
              <a:spcAft>
                <a:spcPts val="0"/>
              </a:spcAft>
              <a:buNone/>
            </a:pPr>
            <a:r>
              <a:t/>
            </a:r>
            <a:endParaRPr b="1" i="1" sz="2400">
              <a:solidFill>
                <a:schemeClr val="dk2"/>
              </a:solidFill>
              <a:latin typeface="Lekton"/>
              <a:ea typeface="Lekton"/>
              <a:cs typeface="Lekton"/>
              <a:sym typeface="Lekton"/>
            </a:endParaRPr>
          </a:p>
          <a:p>
            <a:pPr indent="0" lvl="0" marL="0" rtl="0" algn="ctr">
              <a:spcBef>
                <a:spcPts val="0"/>
              </a:spcBef>
              <a:spcAft>
                <a:spcPts val="0"/>
              </a:spcAft>
              <a:buNone/>
            </a:pPr>
            <a:r>
              <a:rPr b="1" i="1" lang="it" sz="2400">
                <a:solidFill>
                  <a:schemeClr val="dk2"/>
                </a:solidFill>
                <a:latin typeface="Lekton"/>
                <a:ea typeface="Lekton"/>
                <a:cs typeface="Lekton"/>
                <a:sym typeface="Lekton"/>
              </a:rPr>
              <a:t>Create a dedicated chart or take a screenshot from the charts in the presentation</a:t>
            </a:r>
            <a:endParaRPr b="1" i="1" sz="2400">
              <a:solidFill>
                <a:schemeClr val="dk2"/>
              </a:solidFill>
              <a:latin typeface="Lekton"/>
              <a:ea typeface="Lekton"/>
              <a:cs typeface="Lekton"/>
              <a:sym typeface="Lekto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nvSpPr>
        <p:spPr>
          <a:xfrm>
            <a:off x="2146200" y="860725"/>
            <a:ext cx="4851600" cy="152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1300">
                <a:solidFill>
                  <a:srgbClr val="333333"/>
                </a:solidFill>
                <a:latin typeface="Lekton"/>
                <a:ea typeface="Lekton"/>
                <a:cs typeface="Lekton"/>
                <a:sym typeface="Lekton"/>
              </a:rPr>
              <a:t>If you follow through with the instructions, you will start from a dataset and will output your data visualizations to communicate insights from such dataset. </a:t>
            </a:r>
            <a:endParaRPr sz="1300">
              <a:solidFill>
                <a:srgbClr val="333333"/>
              </a:solidFill>
              <a:latin typeface="Lekton"/>
              <a:ea typeface="Lekton"/>
              <a:cs typeface="Lekton"/>
              <a:sym typeface="Lekton"/>
            </a:endParaRPr>
          </a:p>
          <a:p>
            <a:pPr indent="0" lvl="0" marL="0" rtl="0" algn="l">
              <a:spcBef>
                <a:spcPts val="200"/>
              </a:spcBef>
              <a:spcAft>
                <a:spcPts val="0"/>
              </a:spcAft>
              <a:buNone/>
            </a:pPr>
            <a:r>
              <a:t/>
            </a:r>
            <a:endParaRPr sz="1300">
              <a:solidFill>
                <a:srgbClr val="333333"/>
              </a:solidFill>
              <a:latin typeface="Lekton"/>
              <a:ea typeface="Lekton"/>
              <a:cs typeface="Lekton"/>
              <a:sym typeface="Lekton"/>
            </a:endParaRPr>
          </a:p>
          <a:p>
            <a:pPr indent="0" lvl="0" marL="0" rtl="0" algn="l">
              <a:spcBef>
                <a:spcPts val="200"/>
              </a:spcBef>
              <a:spcAft>
                <a:spcPts val="200"/>
              </a:spcAft>
              <a:buNone/>
            </a:pPr>
            <a:r>
              <a:rPr lang="it" sz="1300">
                <a:solidFill>
                  <a:srgbClr val="333333"/>
                </a:solidFill>
                <a:latin typeface="Lekton"/>
                <a:ea typeface="Lekton"/>
                <a:cs typeface="Lekton"/>
                <a:sym typeface="Lekton"/>
              </a:rPr>
              <a:t>To start, choose one of the following datasets for your project and export the data in the desired format (likely Excel or .CSV)</a:t>
            </a:r>
            <a:endParaRPr sz="1300">
              <a:solidFill>
                <a:srgbClr val="333333"/>
              </a:solidFill>
              <a:latin typeface="Lekton"/>
              <a:ea typeface="Lekton"/>
              <a:cs typeface="Lekton"/>
              <a:sym typeface="Lekton"/>
            </a:endParaRPr>
          </a:p>
        </p:txBody>
      </p:sp>
      <p:sp>
        <p:nvSpPr>
          <p:cNvPr id="126" name="Google Shape;126;p24"/>
          <p:cNvSpPr txBox="1"/>
          <p:nvPr/>
        </p:nvSpPr>
        <p:spPr>
          <a:xfrm rot="3193443">
            <a:off x="6331816" y="1033134"/>
            <a:ext cx="2488443" cy="5720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D66B55"/>
                </a:solidFill>
                <a:latin typeface="Titillium Web"/>
                <a:ea typeface="Titillium Web"/>
                <a:cs typeface="Titillium Web"/>
                <a:sym typeface="Titillium Web"/>
              </a:rPr>
              <a:t>DELETE BEFORE UPLOAD</a:t>
            </a:r>
            <a:endParaRPr b="1">
              <a:solidFill>
                <a:srgbClr val="D66B55"/>
              </a:solidFill>
              <a:latin typeface="Titillium Web"/>
              <a:ea typeface="Titillium Web"/>
              <a:cs typeface="Titillium Web"/>
              <a:sym typeface="Titillium Web"/>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nvSpPr>
        <p:spPr>
          <a:xfrm>
            <a:off x="540000" y="424950"/>
            <a:ext cx="6656100" cy="45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000">
                <a:solidFill>
                  <a:srgbClr val="333333"/>
                </a:solidFill>
                <a:latin typeface="Lekton"/>
                <a:ea typeface="Lekton"/>
                <a:cs typeface="Lekton"/>
                <a:sym typeface="Lekton"/>
              </a:rPr>
              <a:t>1. Crime and Criminal Justice Statistics</a:t>
            </a:r>
            <a:endParaRPr b="1"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Dataset</a:t>
            </a:r>
            <a:r>
              <a:rPr lang="it" sz="1000">
                <a:solidFill>
                  <a:srgbClr val="333333"/>
                </a:solidFill>
                <a:latin typeface="Lekton"/>
                <a:ea typeface="Lekton"/>
                <a:cs typeface="Lekton"/>
                <a:sym typeface="Lekton"/>
              </a:rPr>
              <a:t>: Police-recorded offences by category</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URL</a:t>
            </a:r>
            <a:r>
              <a:rPr lang="it" sz="1000">
                <a:solidFill>
                  <a:srgbClr val="333333"/>
                </a:solidFill>
                <a:latin typeface="Lekton"/>
                <a:ea typeface="Lekton"/>
                <a:cs typeface="Lekton"/>
                <a:sym typeface="Lekton"/>
              </a:rPr>
              <a:t>: </a:t>
            </a:r>
            <a:r>
              <a:rPr lang="it" sz="1000" u="sng">
                <a:solidFill>
                  <a:schemeClr val="hlink"/>
                </a:solidFill>
                <a:latin typeface="Lekton"/>
                <a:ea typeface="Lekton"/>
                <a:cs typeface="Lekton"/>
                <a:sym typeface="Lekton"/>
                <a:hlinkClick r:id="rId3"/>
              </a:rPr>
              <a:t>https://ec.europa.eu/eurostat/databrowser/view/crim_off_cat/default/table?lang=en</a:t>
            </a:r>
            <a:r>
              <a:rPr lang="it" sz="1000">
                <a:solidFill>
                  <a:srgbClr val="333333"/>
                </a:solidFill>
                <a:latin typeface="Lekton"/>
                <a:ea typeface="Lekton"/>
                <a:cs typeface="Lekton"/>
                <a:sym typeface="Lekton"/>
              </a:rPr>
              <a:t>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Explanation</a:t>
            </a:r>
            <a:r>
              <a:rPr lang="it" sz="1000">
                <a:solidFill>
                  <a:srgbClr val="333333"/>
                </a:solidFill>
                <a:latin typeface="Lekton"/>
                <a:ea typeface="Lekton"/>
                <a:cs typeface="Lekton"/>
                <a:sym typeface="Lekton"/>
              </a:rPr>
              <a:t>: This dataset contains police-recorded crimes across EU countries from 2008 onwards, classified according to the International Classification of Crime for Statistical Purposes (ICCS). It includes categories like intentional homicide, theft, burglary, robbery, and sexual assault. Data is provided by national authorities (police, prosecution, courts).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Key features: </a:t>
            </a:r>
            <a:endParaRPr sz="1000">
              <a:solidFill>
                <a:srgbClr val="333333"/>
              </a:solidFill>
              <a:latin typeface="Lekton"/>
              <a:ea typeface="Lekton"/>
              <a:cs typeface="Lekton"/>
              <a:sym typeface="Lekton"/>
            </a:endParaRPr>
          </a:p>
          <a:p>
            <a:pPr indent="-292100" lvl="0" marL="457200" rtl="0" algn="l">
              <a:spcBef>
                <a:spcPts val="20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Time series data (2008-2023)</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Country-level comparisons across EU</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Multiple crime categories (similar to ISTAT nested data structure)</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Includes metadata about methodology and counting rules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Beware: Like ISTAT, has nested categories (e.g., "car theft" counted within "thefts")</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2. Tourism Statistics</a:t>
            </a:r>
            <a:endParaRPr b="1"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Dataset: Nights spent at tourist accommodation establishments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URL: </a:t>
            </a:r>
            <a:r>
              <a:rPr lang="it" sz="1000" u="sng">
                <a:solidFill>
                  <a:schemeClr val="hlink"/>
                </a:solidFill>
                <a:latin typeface="Lekton"/>
                <a:ea typeface="Lekton"/>
                <a:cs typeface="Lekton"/>
                <a:sym typeface="Lekton"/>
                <a:hlinkClick r:id="rId4"/>
              </a:rPr>
              <a:t>https://ec.europa.eu/eurostat/web/tourism/database</a:t>
            </a:r>
            <a:r>
              <a:rPr lang="it" sz="1000">
                <a:solidFill>
                  <a:srgbClr val="333333"/>
                </a:solidFill>
                <a:latin typeface="Lekton"/>
                <a:ea typeface="Lekton"/>
                <a:cs typeface="Lekton"/>
                <a:sym typeface="Lekton"/>
              </a:rPr>
              <a:t>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Explanation: Comprehensive tourism data covering capacity and occupancy of tourist accommodation establishments across EU countries. Includes monthly and annual data on nights spent, arrivals, bed places, and occupancy rates broken down by domestic vs. international tourists.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Key features:</a:t>
            </a:r>
            <a:endParaRPr sz="1000">
              <a:solidFill>
                <a:srgbClr val="333333"/>
              </a:solidFill>
              <a:latin typeface="Lekton"/>
              <a:ea typeface="Lekton"/>
              <a:cs typeface="Lekton"/>
              <a:sym typeface="Lekton"/>
            </a:endParaRPr>
          </a:p>
          <a:p>
            <a:pPr indent="-292100" lvl="0" marL="457200" rtl="0" algn="l">
              <a:spcBef>
                <a:spcPts val="20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Monthly and annual time series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Regional breakdowns (NUTS 2 level)</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Seasonal patterns visible</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Accommodation types (hotels, camping, short-stay rentals)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Tourism intensity metrics (nights per capita)</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Data from 2010-2024</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3. Education and Gender in Universities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Dataset: Tertiary education students and graduates by field and sex</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URL: https://ec.europa.eu/eurostat/databrowser/view/educ_uoe_enrt03/default/table?lang=en (students)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https://ec.europa.eu/eurostat/databrowser/view/educ_uoe_grad02/default/table?lang=en (graduates)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Explanation:</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Data on tertiary education (ISCED levels 5-8) covering students and graduates by gender and field of study. Shows distribution across fields like business, engineering, health, education, etc. Reveals significant gender gaps in STEM fields and education.</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Key features:</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Gender-disaggregated data</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Multiple fields of education</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Time series showing trends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Country comparisons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Can explore gender pay gap connections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Teacher statistics also available by education level and gender</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4. Prison Statistics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Dataset: Prison capacity and number of persons held</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URL: https://ec.europa.eu/eurostat/databrowser/view/crim_pris_cap/default/table?lang=en</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Explanation:</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Contains data on prison populations and capacity across EU countries. Includes total prisoners, prison capacity, occupancy rates (prisoners per 100 places), and demographic breakdowns by sex, age, and citizenship status.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Key features:</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Prison occupancy rate calculation (similar to ISTAT "per hundred of capacity")</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Shows overcrowding issues (rates &gt;100%)</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Time series 1993-2023</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Gender breakdown (showing ~5% women prisoners)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Foreign citizenship statistics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Prisoners per 100,000 inhabitants for comparisons</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5. Households and Internet Access (Digital Divide)</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Dataset: Households - level of internet access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URL: https://ec.europa.eu/eurostat/databrowser/view/isoc_ci_in_h/default/table?lang=en</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Explanation:</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Data on household internet access and digital society indicators. Shows the digital divide across EU countries, urbanization levels (cities, towns/suburbs, rural areas), and over time. Includes broadband access, frequency of internet use, and various online activities.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Key features:</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Urban-rural digital divide clearly visible</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Time series showing digital transformation (2007-2024)</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Degree of urbanization breakdowns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Age and education level analysis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Device usage patterns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E-government, e-commerce, and digital skills data available</a:t>
            </a:r>
            <a:endParaRPr sz="1000">
              <a:solidFill>
                <a:srgbClr val="333333"/>
              </a:solidFill>
              <a:latin typeface="Lekton"/>
              <a:ea typeface="Lekton"/>
              <a:cs typeface="Lekton"/>
              <a:sym typeface="Lekton"/>
            </a:endParaRPr>
          </a:p>
          <a:p>
            <a:pPr indent="0" lvl="0" marL="0" rtl="0" algn="l">
              <a:spcBef>
                <a:spcPts val="200"/>
              </a:spcBef>
              <a:spcAft>
                <a:spcPts val="200"/>
              </a:spcAft>
              <a:buNone/>
            </a:pPr>
            <a:r>
              <a:rPr lang="it" sz="1000">
                <a:solidFill>
                  <a:srgbClr val="333333"/>
                </a:solidFill>
                <a:latin typeface="Lekton"/>
                <a:ea typeface="Lekton"/>
                <a:cs typeface="Lekton"/>
                <a:sym typeface="Lekton"/>
              </a:rPr>
              <a:t>~94% EU average household access (2024), but significant country variations</a:t>
            </a:r>
            <a:endParaRPr sz="1000">
              <a:solidFill>
                <a:srgbClr val="333333"/>
              </a:solidFill>
              <a:latin typeface="Lekton"/>
              <a:ea typeface="Lekton"/>
              <a:cs typeface="Lekton"/>
              <a:sym typeface="Lekton"/>
            </a:endParaRPr>
          </a:p>
        </p:txBody>
      </p:sp>
      <p:sp>
        <p:nvSpPr>
          <p:cNvPr id="132" name="Google Shape;132;p25"/>
          <p:cNvSpPr txBox="1"/>
          <p:nvPr/>
        </p:nvSpPr>
        <p:spPr>
          <a:xfrm rot="3193443">
            <a:off x="6331816" y="1033134"/>
            <a:ext cx="2488443" cy="5720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D66B55"/>
                </a:solidFill>
                <a:latin typeface="Titillium Web"/>
                <a:ea typeface="Titillium Web"/>
                <a:cs typeface="Titillium Web"/>
                <a:sym typeface="Titillium Web"/>
              </a:rPr>
              <a:t>DELETE BEFORE UPLOAD</a:t>
            </a:r>
            <a:endParaRPr b="1">
              <a:solidFill>
                <a:srgbClr val="D66B55"/>
              </a:solidFill>
              <a:latin typeface="Titillium Web"/>
              <a:ea typeface="Titillium Web"/>
              <a:cs typeface="Titillium Web"/>
              <a:sym typeface="Titillium Web"/>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nvSpPr>
        <p:spPr>
          <a:xfrm>
            <a:off x="540000" y="424950"/>
            <a:ext cx="6656100" cy="45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000">
                <a:solidFill>
                  <a:srgbClr val="333333"/>
                </a:solidFill>
                <a:latin typeface="Lekton"/>
                <a:ea typeface="Lekton"/>
                <a:cs typeface="Lekton"/>
                <a:sym typeface="Lekton"/>
              </a:rPr>
              <a:t>3. Education and Gender in Universities</a:t>
            </a:r>
            <a:endParaRPr b="1"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Dataset:</a:t>
            </a:r>
            <a:r>
              <a:rPr lang="it" sz="1000">
                <a:solidFill>
                  <a:srgbClr val="333333"/>
                </a:solidFill>
                <a:latin typeface="Lekton"/>
                <a:ea typeface="Lekton"/>
                <a:cs typeface="Lekton"/>
                <a:sym typeface="Lekton"/>
              </a:rPr>
              <a:t> Tertiary education students and graduates by field and sex</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URL:</a:t>
            </a:r>
            <a:r>
              <a:rPr lang="it" sz="1000">
                <a:solidFill>
                  <a:srgbClr val="333333"/>
                </a:solidFill>
                <a:latin typeface="Lekton"/>
                <a:ea typeface="Lekton"/>
                <a:cs typeface="Lekton"/>
                <a:sym typeface="Lekton"/>
              </a:rPr>
              <a:t> </a:t>
            </a:r>
            <a:r>
              <a:rPr lang="it" sz="1000" u="sng">
                <a:solidFill>
                  <a:schemeClr val="hlink"/>
                </a:solidFill>
                <a:latin typeface="Lekton"/>
                <a:ea typeface="Lekton"/>
                <a:cs typeface="Lekton"/>
                <a:sym typeface="Lekton"/>
                <a:hlinkClick r:id="rId3"/>
              </a:rPr>
              <a:t>https://ec.europa.eu/eurostat/databrowser/view/educ_uoe_enrt03/default/table?lang=en</a:t>
            </a:r>
            <a:r>
              <a:rPr lang="it" sz="1000">
                <a:solidFill>
                  <a:srgbClr val="333333"/>
                </a:solidFill>
                <a:latin typeface="Lekton"/>
                <a:ea typeface="Lekton"/>
                <a:cs typeface="Lekton"/>
                <a:sym typeface="Lekton"/>
              </a:rPr>
              <a:t>  (students)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u="sng">
                <a:solidFill>
                  <a:schemeClr val="hlink"/>
                </a:solidFill>
                <a:latin typeface="Lekton"/>
                <a:ea typeface="Lekton"/>
                <a:cs typeface="Lekton"/>
                <a:sym typeface="Lekton"/>
                <a:hlinkClick r:id="rId4"/>
              </a:rPr>
              <a:t>https://ec.europa.eu/eurostat/databrowser/view/educ_uoe_grad02/default/table?lang=en</a:t>
            </a:r>
            <a:r>
              <a:rPr lang="it" sz="1000">
                <a:solidFill>
                  <a:srgbClr val="333333"/>
                </a:solidFill>
                <a:latin typeface="Lekton"/>
                <a:ea typeface="Lekton"/>
                <a:cs typeface="Lekton"/>
                <a:sym typeface="Lekton"/>
              </a:rPr>
              <a:t>  (graduates)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Explanation: </a:t>
            </a:r>
            <a:r>
              <a:rPr lang="it" sz="1000">
                <a:solidFill>
                  <a:srgbClr val="333333"/>
                </a:solidFill>
                <a:latin typeface="Lekton"/>
                <a:ea typeface="Lekton"/>
                <a:cs typeface="Lekton"/>
                <a:sym typeface="Lekton"/>
              </a:rPr>
              <a:t>Data on tertiary education (ISCED levels 5-8) covering students and graduates by gender and field of study. Shows distribution across fields like business, engineering, health, education, etc. Reveals significant gender gaps in STEM fields and education.</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lang="it" sz="1000">
                <a:solidFill>
                  <a:srgbClr val="333333"/>
                </a:solidFill>
                <a:latin typeface="Lekton"/>
                <a:ea typeface="Lekton"/>
                <a:cs typeface="Lekton"/>
                <a:sym typeface="Lekton"/>
              </a:rPr>
              <a:t>Key features:</a:t>
            </a:r>
            <a:endParaRPr sz="1000">
              <a:solidFill>
                <a:srgbClr val="333333"/>
              </a:solidFill>
              <a:latin typeface="Lekton"/>
              <a:ea typeface="Lekton"/>
              <a:cs typeface="Lekton"/>
              <a:sym typeface="Lekton"/>
            </a:endParaRPr>
          </a:p>
          <a:p>
            <a:pPr indent="-292100" lvl="0" marL="457200" rtl="0" algn="l">
              <a:spcBef>
                <a:spcPts val="20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Gender-disaggregated data</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Country comparisons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Can explore gender pay gap connections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Teacher statistics also available by education level and gender</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4. Prison Statistics</a:t>
            </a:r>
            <a:endParaRPr b="1"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Dataset: </a:t>
            </a:r>
            <a:r>
              <a:rPr lang="it" sz="1000">
                <a:solidFill>
                  <a:srgbClr val="333333"/>
                </a:solidFill>
                <a:latin typeface="Lekton"/>
                <a:ea typeface="Lekton"/>
                <a:cs typeface="Lekton"/>
                <a:sym typeface="Lekton"/>
              </a:rPr>
              <a:t>Prison capacity and number of persons held</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URL:</a:t>
            </a:r>
            <a:r>
              <a:rPr lang="it" sz="1000">
                <a:solidFill>
                  <a:srgbClr val="333333"/>
                </a:solidFill>
                <a:latin typeface="Lekton"/>
                <a:ea typeface="Lekton"/>
                <a:cs typeface="Lekton"/>
                <a:sym typeface="Lekton"/>
              </a:rPr>
              <a:t> </a:t>
            </a:r>
            <a:r>
              <a:rPr lang="it" sz="1000" u="sng">
                <a:solidFill>
                  <a:schemeClr val="hlink"/>
                </a:solidFill>
                <a:latin typeface="Lekton"/>
                <a:ea typeface="Lekton"/>
                <a:cs typeface="Lekton"/>
                <a:sym typeface="Lekton"/>
                <a:hlinkClick r:id="rId5"/>
              </a:rPr>
              <a:t>https://ec.europa.eu/eurostat/databrowser/view/crim_pris_cap/default/table?lang=en</a:t>
            </a:r>
            <a:r>
              <a:rPr lang="it" sz="1000">
                <a:solidFill>
                  <a:srgbClr val="333333"/>
                </a:solidFill>
                <a:latin typeface="Lekton"/>
                <a:ea typeface="Lekton"/>
                <a:cs typeface="Lekton"/>
                <a:sym typeface="Lekton"/>
              </a:rPr>
              <a:t>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Explanation: </a:t>
            </a:r>
            <a:r>
              <a:rPr lang="it" sz="1000">
                <a:solidFill>
                  <a:srgbClr val="333333"/>
                </a:solidFill>
                <a:latin typeface="Lekton"/>
                <a:ea typeface="Lekton"/>
                <a:cs typeface="Lekton"/>
                <a:sym typeface="Lekton"/>
              </a:rPr>
              <a:t>Contains data on prison populations and capacity across EU countries. Includes total prisoners, prison capacity, occupancy rates (prisoners per 100 places), and demographic breakdowns by sex, age, and citizenship status.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Key features:</a:t>
            </a:r>
            <a:endParaRPr b="1" sz="1000">
              <a:solidFill>
                <a:srgbClr val="333333"/>
              </a:solidFill>
              <a:latin typeface="Lekton"/>
              <a:ea typeface="Lekton"/>
              <a:cs typeface="Lekton"/>
              <a:sym typeface="Lekton"/>
            </a:endParaRPr>
          </a:p>
          <a:p>
            <a:pPr indent="-292100" lvl="0" marL="457200" rtl="0" algn="l">
              <a:spcBef>
                <a:spcPts val="20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Prison occupancy rate calculation (similar to ISTAT "per hundred of capacity")</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Shows overcrowding issues (rates &gt;100%)</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Time series 1993-2023</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Gender breakdown (showing ~5% women prisoners)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Foreign citizenship statistics</a:t>
            </a:r>
            <a:endParaRPr sz="1000">
              <a:solidFill>
                <a:srgbClr val="333333"/>
              </a:solidFill>
              <a:latin typeface="Lekton"/>
              <a:ea typeface="Lekton"/>
              <a:cs typeface="Lekton"/>
              <a:sym typeface="Lekton"/>
            </a:endParaRPr>
          </a:p>
        </p:txBody>
      </p:sp>
      <p:sp>
        <p:nvSpPr>
          <p:cNvPr id="138" name="Google Shape;138;p26"/>
          <p:cNvSpPr txBox="1"/>
          <p:nvPr/>
        </p:nvSpPr>
        <p:spPr>
          <a:xfrm rot="3193443">
            <a:off x="6331816" y="1033134"/>
            <a:ext cx="2488443" cy="5720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D66B55"/>
                </a:solidFill>
                <a:latin typeface="Titillium Web"/>
                <a:ea typeface="Titillium Web"/>
                <a:cs typeface="Titillium Web"/>
                <a:sym typeface="Titillium Web"/>
              </a:rPr>
              <a:t>DELETE BEFORE UPLOAD</a:t>
            </a:r>
            <a:endParaRPr b="1">
              <a:solidFill>
                <a:srgbClr val="D66B55"/>
              </a:solidFill>
              <a:latin typeface="Titillium Web"/>
              <a:ea typeface="Titillium Web"/>
              <a:cs typeface="Titillium Web"/>
              <a:sym typeface="Titillium Web"/>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nvSpPr>
        <p:spPr>
          <a:xfrm>
            <a:off x="540000" y="424950"/>
            <a:ext cx="6656100" cy="45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000">
                <a:solidFill>
                  <a:srgbClr val="333333"/>
                </a:solidFill>
                <a:latin typeface="Lekton"/>
                <a:ea typeface="Lekton"/>
                <a:cs typeface="Lekton"/>
                <a:sym typeface="Lekton"/>
              </a:rPr>
              <a:t>5. Households and Internet Access (Digital Divide)</a:t>
            </a:r>
            <a:endParaRPr b="1"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Dataset</a:t>
            </a:r>
            <a:r>
              <a:rPr lang="it" sz="1000">
                <a:solidFill>
                  <a:srgbClr val="333333"/>
                </a:solidFill>
                <a:latin typeface="Lekton"/>
                <a:ea typeface="Lekton"/>
                <a:cs typeface="Lekton"/>
                <a:sym typeface="Lekton"/>
              </a:rPr>
              <a:t>: Households - level of internet access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URL</a:t>
            </a:r>
            <a:r>
              <a:rPr lang="it" sz="1000">
                <a:solidFill>
                  <a:srgbClr val="333333"/>
                </a:solidFill>
                <a:latin typeface="Lekton"/>
                <a:ea typeface="Lekton"/>
                <a:cs typeface="Lekton"/>
                <a:sym typeface="Lekton"/>
              </a:rPr>
              <a:t>: </a:t>
            </a:r>
            <a:r>
              <a:rPr lang="it" sz="1000" u="sng">
                <a:solidFill>
                  <a:schemeClr val="hlink"/>
                </a:solidFill>
                <a:latin typeface="Lekton"/>
                <a:ea typeface="Lekton"/>
                <a:cs typeface="Lekton"/>
                <a:sym typeface="Lekton"/>
                <a:hlinkClick r:id="rId3"/>
              </a:rPr>
              <a:t>https://ec.europa.eu/eurostat/databrowser/view/isoc_ci_in_h/default/table?lang=en</a:t>
            </a:r>
            <a:r>
              <a:rPr lang="it" sz="1000">
                <a:solidFill>
                  <a:srgbClr val="333333"/>
                </a:solidFill>
                <a:latin typeface="Lekton"/>
                <a:ea typeface="Lekton"/>
                <a:cs typeface="Lekton"/>
                <a:sym typeface="Lekton"/>
              </a:rPr>
              <a:t>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Explanation: </a:t>
            </a:r>
            <a:r>
              <a:rPr lang="it" sz="1000">
                <a:solidFill>
                  <a:srgbClr val="333333"/>
                </a:solidFill>
                <a:latin typeface="Lekton"/>
                <a:ea typeface="Lekton"/>
                <a:cs typeface="Lekton"/>
                <a:sym typeface="Lekton"/>
              </a:rPr>
              <a:t>Data on household internet access and digital society indicators. Shows the digital divide across EU countries, urbanization levels (cities, towns/suburbs, rural areas), and over time. Includes broadband access, frequency of internet use, and various online activities.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Key features:</a:t>
            </a:r>
            <a:endParaRPr b="1" sz="1000">
              <a:solidFill>
                <a:srgbClr val="333333"/>
              </a:solidFill>
              <a:latin typeface="Lekton"/>
              <a:ea typeface="Lekton"/>
              <a:cs typeface="Lekton"/>
              <a:sym typeface="Lekton"/>
            </a:endParaRPr>
          </a:p>
          <a:p>
            <a:pPr indent="-292100" lvl="0" marL="457200" rtl="0" algn="l">
              <a:spcBef>
                <a:spcPts val="20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Urban-rural digital divide clearly visible</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Time series showing digital transformation (2007-2024)</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Degree of urbanization breakdowns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Age and education level analysis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Device usage patterns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E-government, e-commerce, and digital skills data available</a:t>
            </a:r>
            <a:endParaRPr sz="1000">
              <a:solidFill>
                <a:srgbClr val="333333"/>
              </a:solidFill>
              <a:latin typeface="Lekton"/>
              <a:ea typeface="Lekton"/>
              <a:cs typeface="Lekton"/>
              <a:sym typeface="Lekton"/>
            </a:endParaRPr>
          </a:p>
          <a:p>
            <a:pPr indent="0" lvl="0" marL="0" rtl="0" algn="l">
              <a:spcBef>
                <a:spcPts val="200"/>
              </a:spcBef>
              <a:spcAft>
                <a:spcPts val="0"/>
              </a:spcAft>
              <a:buNone/>
            </a:pPr>
            <a:r>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6. Healthcare Resources - Hospital Beds</a:t>
            </a:r>
            <a:endParaRPr b="1"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Dataset: </a:t>
            </a:r>
            <a:r>
              <a:rPr lang="it" sz="1000">
                <a:solidFill>
                  <a:srgbClr val="333333"/>
                </a:solidFill>
                <a:latin typeface="Lekton"/>
                <a:ea typeface="Lekton"/>
                <a:cs typeface="Lekton"/>
                <a:sym typeface="Lekton"/>
              </a:rPr>
              <a:t>Hospital beds by function and type of care</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URL:</a:t>
            </a:r>
            <a:r>
              <a:rPr lang="it" sz="1000">
                <a:solidFill>
                  <a:srgbClr val="333333"/>
                </a:solidFill>
                <a:latin typeface="Lekton"/>
                <a:ea typeface="Lekton"/>
                <a:cs typeface="Lekton"/>
                <a:sym typeface="Lekton"/>
              </a:rPr>
              <a:t> </a:t>
            </a:r>
            <a:r>
              <a:rPr lang="it" sz="1000" u="sng">
                <a:solidFill>
                  <a:schemeClr val="hlink"/>
                </a:solidFill>
                <a:latin typeface="Lekton"/>
                <a:ea typeface="Lekton"/>
                <a:cs typeface="Lekton"/>
                <a:sym typeface="Lekton"/>
                <a:hlinkClick r:id="rId4"/>
              </a:rPr>
              <a:t>https://ec.europa.eu/eurostat/databrowser/view/hlth_rs_bds1/default/table?lang=en</a:t>
            </a:r>
            <a:r>
              <a:rPr lang="it" sz="1000">
                <a:solidFill>
                  <a:srgbClr val="333333"/>
                </a:solidFill>
                <a:latin typeface="Lekton"/>
                <a:ea typeface="Lekton"/>
                <a:cs typeface="Lekton"/>
                <a:sym typeface="Lekton"/>
              </a:rPr>
              <a:t> </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Explanation:</a:t>
            </a:r>
            <a:r>
              <a:rPr lang="it" sz="1000">
                <a:solidFill>
                  <a:srgbClr val="333333"/>
                </a:solidFill>
                <a:latin typeface="Lekton"/>
                <a:ea typeface="Lekton"/>
                <a:cs typeface="Lekton"/>
                <a:sym typeface="Lekton"/>
              </a:rPr>
              <a:t> Comprehensive data on hospital bed availability across EU countries, covering almost 2.3 million hospital beds in 2023. Close to three quarters are for curative care functions, with the remainder for rehabilitative care, long-term care, or other functions. Eurostat The data distinguishes between somatic care (physical health) and psychiatric care beds.</a:t>
            </a:r>
            <a:endParaRPr sz="1000">
              <a:solidFill>
                <a:srgbClr val="333333"/>
              </a:solidFill>
              <a:latin typeface="Lekton"/>
              <a:ea typeface="Lekton"/>
              <a:cs typeface="Lekton"/>
              <a:sym typeface="Lekton"/>
            </a:endParaRPr>
          </a:p>
          <a:p>
            <a:pPr indent="0" lvl="0" marL="0" rtl="0" algn="l">
              <a:spcBef>
                <a:spcPts val="200"/>
              </a:spcBef>
              <a:spcAft>
                <a:spcPts val="0"/>
              </a:spcAft>
              <a:buNone/>
            </a:pPr>
            <a:r>
              <a:rPr b="1" lang="it" sz="1000">
                <a:solidFill>
                  <a:srgbClr val="333333"/>
                </a:solidFill>
                <a:latin typeface="Lekton"/>
                <a:ea typeface="Lekton"/>
                <a:cs typeface="Lekton"/>
                <a:sym typeface="Lekton"/>
              </a:rPr>
              <a:t>Key features: </a:t>
            </a:r>
            <a:endParaRPr sz="1000">
              <a:solidFill>
                <a:srgbClr val="333333"/>
              </a:solidFill>
              <a:latin typeface="Lekton"/>
              <a:ea typeface="Lekton"/>
              <a:cs typeface="Lekton"/>
              <a:sym typeface="Lekton"/>
            </a:endParaRPr>
          </a:p>
          <a:p>
            <a:pPr indent="-292100" lvl="0" marL="457200" rtl="0" algn="l">
              <a:spcBef>
                <a:spcPts val="20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Time series showing declining bed numbers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Multiple care function categories (curative/acute, rehabilitative, long-term, psychiatric)</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Country comparisons</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Regional breakdown available (NUTS 2 level)</a:t>
            </a:r>
            <a:endParaRPr sz="1000">
              <a:solidFill>
                <a:srgbClr val="333333"/>
              </a:solidFill>
              <a:latin typeface="Lekton"/>
              <a:ea typeface="Lekton"/>
              <a:cs typeface="Lekton"/>
              <a:sym typeface="Lekton"/>
            </a:endParaRPr>
          </a:p>
          <a:p>
            <a:pPr indent="-292100" lvl="0" marL="457200" rtl="0" algn="l">
              <a:spcBef>
                <a:spcPts val="0"/>
              </a:spcBef>
              <a:spcAft>
                <a:spcPts val="0"/>
              </a:spcAft>
              <a:buClr>
                <a:srgbClr val="333333"/>
              </a:buClr>
              <a:buSzPts val="1000"/>
              <a:buFont typeface="Lekton"/>
              <a:buChar char="●"/>
            </a:pPr>
            <a:r>
              <a:rPr lang="it" sz="1000">
                <a:solidFill>
                  <a:srgbClr val="333333"/>
                </a:solidFill>
                <a:latin typeface="Lekton"/>
                <a:ea typeface="Lekton"/>
                <a:cs typeface="Lekton"/>
                <a:sym typeface="Lekton"/>
              </a:rPr>
              <a:t>Occupancy rates and hospital discharge statistics also available in related datasets</a:t>
            </a:r>
            <a:endParaRPr sz="1000">
              <a:solidFill>
                <a:srgbClr val="333333"/>
              </a:solidFill>
              <a:latin typeface="Lekton"/>
              <a:ea typeface="Lekton"/>
              <a:cs typeface="Lekton"/>
              <a:sym typeface="Lekton"/>
            </a:endParaRPr>
          </a:p>
        </p:txBody>
      </p:sp>
      <p:sp>
        <p:nvSpPr>
          <p:cNvPr id="144" name="Google Shape;144;p27"/>
          <p:cNvSpPr txBox="1"/>
          <p:nvPr/>
        </p:nvSpPr>
        <p:spPr>
          <a:xfrm rot="3193443">
            <a:off x="6331816" y="1033134"/>
            <a:ext cx="2488443" cy="5720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D66B55"/>
                </a:solidFill>
                <a:latin typeface="Titillium Web"/>
                <a:ea typeface="Titillium Web"/>
                <a:cs typeface="Titillium Web"/>
                <a:sym typeface="Titillium Web"/>
              </a:rPr>
              <a:t>DELETE BEFORE UPLOAD</a:t>
            </a:r>
            <a:endParaRPr b="1">
              <a:solidFill>
                <a:srgbClr val="D66B55"/>
              </a:solidFill>
              <a:latin typeface="Titillium Web"/>
              <a:ea typeface="Titillium Web"/>
              <a:cs typeface="Titillium Web"/>
              <a:sym typeface="Titillium Web"/>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nvSpPr>
        <p:spPr>
          <a:xfrm>
            <a:off x="540000" y="384725"/>
            <a:ext cx="8010000" cy="31764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None/>
            </a:pPr>
            <a:r>
              <a:rPr b="1" lang="it" sz="1800">
                <a:solidFill>
                  <a:srgbClr val="D66B55"/>
                </a:solidFill>
                <a:latin typeface="Lekton"/>
                <a:ea typeface="Lekton"/>
                <a:cs typeface="Lekton"/>
                <a:sym typeface="Lekton"/>
              </a:rPr>
              <a:t>Research questions</a:t>
            </a:r>
            <a:endParaRPr b="1" sz="1800">
              <a:solidFill>
                <a:srgbClr val="D66B55"/>
              </a:solidFill>
              <a:latin typeface="Lekton"/>
              <a:ea typeface="Lekton"/>
              <a:cs typeface="Lekton"/>
              <a:sym typeface="Lekton"/>
            </a:endParaRPr>
          </a:p>
          <a:p>
            <a:pPr indent="0" lvl="0" marL="0" rtl="0" algn="l">
              <a:lnSpc>
                <a:spcPct val="115000"/>
              </a:lnSpc>
              <a:spcBef>
                <a:spcPts val="1000"/>
              </a:spcBef>
              <a:spcAft>
                <a:spcPts val="0"/>
              </a:spcAft>
              <a:buNone/>
            </a:pPr>
            <a:r>
              <a:rPr lang="it">
                <a:solidFill>
                  <a:srgbClr val="333333"/>
                </a:solidFill>
                <a:latin typeface="Lekton"/>
                <a:ea typeface="Lekton"/>
                <a:cs typeface="Lekton"/>
                <a:sym typeface="Lekton"/>
              </a:rPr>
              <a:t>Replace this text with your primary research question</a:t>
            </a:r>
            <a:endParaRPr>
              <a:solidFill>
                <a:srgbClr val="333333"/>
              </a:solidFill>
              <a:latin typeface="Lekton"/>
              <a:ea typeface="Lekton"/>
              <a:cs typeface="Lekton"/>
              <a:sym typeface="Lekton"/>
            </a:endParaRPr>
          </a:p>
          <a:p>
            <a:pPr indent="-317500" lvl="0" marL="457200" rtl="0" algn="l">
              <a:lnSpc>
                <a:spcPct val="115000"/>
              </a:lnSpc>
              <a:spcBef>
                <a:spcPts val="1000"/>
              </a:spcBef>
              <a:spcAft>
                <a:spcPts val="0"/>
              </a:spcAft>
              <a:buClr>
                <a:srgbClr val="333333"/>
              </a:buClr>
              <a:buSzPts val="1400"/>
              <a:buFont typeface="Lekton"/>
              <a:buChar char="●"/>
            </a:pPr>
            <a:r>
              <a:rPr lang="it">
                <a:solidFill>
                  <a:srgbClr val="333333"/>
                </a:solidFill>
                <a:latin typeface="Lekton"/>
                <a:ea typeface="Lekton"/>
                <a:cs typeface="Lekton"/>
                <a:sym typeface="Lekton"/>
              </a:rPr>
              <a:t>Replace this text with your secondary research (sub)questions (more than one!)</a:t>
            </a:r>
            <a:endParaRPr>
              <a:solidFill>
                <a:srgbClr val="333333"/>
              </a:solidFill>
              <a:latin typeface="Lekton"/>
              <a:ea typeface="Lekton"/>
              <a:cs typeface="Lekton"/>
              <a:sym typeface="Lekton"/>
            </a:endParaRPr>
          </a:p>
          <a:p>
            <a:pPr indent="-317500" lvl="0" marL="457200" rtl="0" algn="l">
              <a:lnSpc>
                <a:spcPct val="115000"/>
              </a:lnSpc>
              <a:spcBef>
                <a:spcPts val="0"/>
              </a:spcBef>
              <a:spcAft>
                <a:spcPts val="0"/>
              </a:spcAft>
              <a:buClr>
                <a:srgbClr val="333333"/>
              </a:buClr>
              <a:buSzPts val="1400"/>
              <a:buFont typeface="Lekton"/>
              <a:buChar char="●"/>
            </a:pPr>
            <a:r>
              <a:rPr lang="it">
                <a:solidFill>
                  <a:srgbClr val="333333"/>
                </a:solidFill>
                <a:latin typeface="Lekton"/>
                <a:ea typeface="Lekton"/>
                <a:cs typeface="Lekton"/>
                <a:sym typeface="Lekton"/>
              </a:rPr>
              <a:t>...</a:t>
            </a:r>
            <a:endParaRPr>
              <a:solidFill>
                <a:srgbClr val="333333"/>
              </a:solidFill>
              <a:latin typeface="Lekton"/>
              <a:ea typeface="Lekton"/>
              <a:cs typeface="Lekton"/>
              <a:sym typeface="Lekton"/>
            </a:endParaRPr>
          </a:p>
          <a:p>
            <a:pPr indent="-317500" lvl="0" marL="457200" rtl="0" algn="l">
              <a:lnSpc>
                <a:spcPct val="115000"/>
              </a:lnSpc>
              <a:spcBef>
                <a:spcPts val="0"/>
              </a:spcBef>
              <a:spcAft>
                <a:spcPts val="0"/>
              </a:spcAft>
              <a:buClr>
                <a:srgbClr val="333333"/>
              </a:buClr>
              <a:buSzPts val="1400"/>
              <a:buFont typeface="Lekton"/>
              <a:buChar char="●"/>
            </a:pPr>
            <a:r>
              <a:rPr lang="it">
                <a:solidFill>
                  <a:srgbClr val="333333"/>
                </a:solidFill>
                <a:latin typeface="Lekton"/>
                <a:ea typeface="Lekton"/>
                <a:cs typeface="Lekton"/>
                <a:sym typeface="Lekton"/>
              </a:rPr>
              <a:t>...</a:t>
            </a:r>
            <a:endParaRPr>
              <a:solidFill>
                <a:srgbClr val="333333"/>
              </a:solidFill>
              <a:latin typeface="Lekton"/>
              <a:ea typeface="Lekton"/>
              <a:cs typeface="Lekton"/>
              <a:sym typeface="Lekto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nvSpPr>
        <p:spPr>
          <a:xfrm>
            <a:off x="540000" y="384725"/>
            <a:ext cx="8010000" cy="3176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it" sz="1800">
                <a:solidFill>
                  <a:srgbClr val="D66B55"/>
                </a:solidFill>
                <a:latin typeface="Lekton"/>
                <a:ea typeface="Lekton"/>
                <a:cs typeface="Lekton"/>
                <a:sym typeface="Lekton"/>
              </a:rPr>
              <a:t>About Data</a:t>
            </a:r>
            <a:endParaRPr b="1" sz="1800">
              <a:solidFill>
                <a:srgbClr val="D66B55"/>
              </a:solidFill>
              <a:latin typeface="Lekton"/>
              <a:ea typeface="Lekton"/>
              <a:cs typeface="Lekton"/>
              <a:sym typeface="Lekton"/>
            </a:endParaRPr>
          </a:p>
          <a:p>
            <a:pPr indent="0" lvl="0" marL="0" rtl="0" algn="l">
              <a:spcBef>
                <a:spcPts val="1000"/>
              </a:spcBef>
              <a:spcAft>
                <a:spcPts val="0"/>
              </a:spcAft>
              <a:buNone/>
            </a:pPr>
            <a:r>
              <a:rPr b="1" lang="it">
                <a:solidFill>
                  <a:srgbClr val="333333"/>
                </a:solidFill>
                <a:latin typeface="Lekton"/>
                <a:ea typeface="Lekton"/>
                <a:cs typeface="Lekton"/>
                <a:sym typeface="Lekton"/>
              </a:rPr>
              <a:t>Replace all of the following text with your own</a:t>
            </a:r>
            <a:r>
              <a:rPr i="1" lang="it">
                <a:solidFill>
                  <a:srgbClr val="333333"/>
                </a:solidFill>
                <a:latin typeface="Lekton"/>
                <a:ea typeface="Lekton"/>
                <a:cs typeface="Lekton"/>
                <a:sym typeface="Lekton"/>
              </a:rPr>
              <a:t>: Write down your initial considerations about the data</a:t>
            </a:r>
            <a:endParaRPr i="1">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Char char="-"/>
            </a:pPr>
            <a:r>
              <a:rPr i="1" lang="it">
                <a:solidFill>
                  <a:srgbClr val="333333"/>
                </a:solidFill>
                <a:latin typeface="Lekton"/>
                <a:ea typeface="Lekton"/>
                <a:cs typeface="Lekton"/>
                <a:sym typeface="Lekton"/>
              </a:rPr>
              <a:t>Explain issues you faced while searching for data</a:t>
            </a:r>
            <a:endParaRPr i="1">
              <a:solidFill>
                <a:srgbClr val="333333"/>
              </a:solidFill>
              <a:latin typeface="Lekton"/>
              <a:ea typeface="Lekton"/>
              <a:cs typeface="Lekton"/>
              <a:sym typeface="Lekton"/>
            </a:endParaRPr>
          </a:p>
          <a:p>
            <a:pPr indent="-317500" lvl="0" marL="457200" rtl="0" algn="l">
              <a:spcBef>
                <a:spcPts val="0"/>
              </a:spcBef>
              <a:spcAft>
                <a:spcPts val="0"/>
              </a:spcAft>
              <a:buClr>
                <a:srgbClr val="333333"/>
              </a:buClr>
              <a:buSzPts val="1400"/>
              <a:buFont typeface="Lekton"/>
              <a:buChar char="-"/>
            </a:pPr>
            <a:r>
              <a:rPr i="1" lang="it">
                <a:solidFill>
                  <a:srgbClr val="333333"/>
                </a:solidFill>
                <a:latin typeface="Lekton"/>
                <a:ea typeface="Lekton"/>
                <a:cs typeface="Lekton"/>
                <a:sym typeface="Lekton"/>
              </a:rPr>
              <a:t>Which dataset(s) did you choose</a:t>
            </a:r>
            <a:endParaRPr i="1">
              <a:solidFill>
                <a:srgbClr val="333333"/>
              </a:solidFill>
              <a:latin typeface="Lekton"/>
              <a:ea typeface="Lekton"/>
              <a:cs typeface="Lekton"/>
              <a:sym typeface="Lekton"/>
            </a:endParaRPr>
          </a:p>
          <a:p>
            <a:pPr indent="-317500" lvl="0" marL="457200" rtl="0" algn="l">
              <a:spcBef>
                <a:spcPts val="0"/>
              </a:spcBef>
              <a:spcAft>
                <a:spcPts val="0"/>
              </a:spcAft>
              <a:buClr>
                <a:srgbClr val="333333"/>
              </a:buClr>
              <a:buSzPts val="1400"/>
              <a:buFont typeface="Lekton"/>
              <a:buChar char="-"/>
            </a:pPr>
            <a:r>
              <a:rPr i="1" lang="it">
                <a:solidFill>
                  <a:srgbClr val="333333"/>
                </a:solidFill>
                <a:latin typeface="Lekton"/>
                <a:ea typeface="Lekton"/>
                <a:cs typeface="Lekton"/>
                <a:sym typeface="Lekton"/>
              </a:rPr>
              <a:t>What license is it shared with and what does this mean for the use you intend to do with it</a:t>
            </a:r>
            <a:endParaRPr i="1">
              <a:solidFill>
                <a:srgbClr val="333333"/>
              </a:solidFill>
              <a:latin typeface="Lekton"/>
              <a:ea typeface="Lekton"/>
              <a:cs typeface="Lekton"/>
              <a:sym typeface="Lekton"/>
            </a:endParaRPr>
          </a:p>
          <a:p>
            <a:pPr indent="-317500" lvl="0" marL="457200" rtl="0" algn="l">
              <a:spcBef>
                <a:spcPts val="0"/>
              </a:spcBef>
              <a:spcAft>
                <a:spcPts val="0"/>
              </a:spcAft>
              <a:buClr>
                <a:srgbClr val="333333"/>
              </a:buClr>
              <a:buSzPts val="1400"/>
              <a:buFont typeface="Lekton"/>
              <a:buChar char="-"/>
            </a:pPr>
            <a:r>
              <a:rPr i="1" lang="it">
                <a:solidFill>
                  <a:srgbClr val="333333"/>
                </a:solidFill>
                <a:latin typeface="Lekton"/>
                <a:ea typeface="Lekton"/>
                <a:cs typeface="Lekton"/>
                <a:sym typeface="Lekton"/>
              </a:rPr>
              <a:t>Do you think there will be any concerns with the quality and completeness of the data? (Think of: ambiguous coding of the data, limitations with the data collection methodology, etc. Look at the metadata information to help you out in this.)</a:t>
            </a:r>
            <a:endParaRPr i="1">
              <a:solidFill>
                <a:srgbClr val="333333"/>
              </a:solidFill>
              <a:latin typeface="Lekton"/>
              <a:ea typeface="Lekton"/>
              <a:cs typeface="Lekton"/>
              <a:sym typeface="Lekton"/>
            </a:endParaRPr>
          </a:p>
          <a:p>
            <a:pPr indent="-317500" lvl="0" marL="457200" rtl="0" algn="l">
              <a:spcBef>
                <a:spcPts val="0"/>
              </a:spcBef>
              <a:spcAft>
                <a:spcPts val="0"/>
              </a:spcAft>
              <a:buClr>
                <a:srgbClr val="333333"/>
              </a:buClr>
              <a:buSzPts val="1400"/>
              <a:buFont typeface="Lekton"/>
              <a:buChar char="-"/>
            </a:pPr>
            <a:r>
              <a:rPr i="1" lang="it">
                <a:solidFill>
                  <a:srgbClr val="333333"/>
                </a:solidFill>
                <a:latin typeface="Lekton"/>
                <a:ea typeface="Lekton"/>
                <a:cs typeface="Lekton"/>
                <a:sym typeface="Lekton"/>
              </a:rPr>
              <a:t>Do you anticipate you will need to perform any data cleaning operations? If so, what tasks and how did you perform them?</a:t>
            </a:r>
            <a:endParaRPr i="1">
              <a:solidFill>
                <a:srgbClr val="333333"/>
              </a:solidFill>
              <a:latin typeface="Lekton"/>
              <a:ea typeface="Lekton"/>
              <a:cs typeface="Lekton"/>
              <a:sym typeface="Lekto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nvSpPr>
        <p:spPr>
          <a:xfrm>
            <a:off x="540000" y="384725"/>
            <a:ext cx="8010000" cy="3176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it" sz="1800">
                <a:solidFill>
                  <a:srgbClr val="D66B55"/>
                </a:solidFill>
                <a:latin typeface="Lekton"/>
                <a:ea typeface="Lekton"/>
                <a:cs typeface="Lekton"/>
                <a:sym typeface="Lekton"/>
              </a:rPr>
              <a:t>Methodology</a:t>
            </a:r>
            <a:endParaRPr b="1" sz="1800">
              <a:solidFill>
                <a:srgbClr val="D66B55"/>
              </a:solidFill>
              <a:latin typeface="Lekton"/>
              <a:ea typeface="Lekton"/>
              <a:cs typeface="Lekton"/>
              <a:sym typeface="Lekton"/>
            </a:endParaRPr>
          </a:p>
          <a:p>
            <a:pPr indent="0" lvl="0" marL="0" rtl="0" algn="l">
              <a:spcBef>
                <a:spcPts val="1000"/>
              </a:spcBef>
              <a:spcAft>
                <a:spcPts val="0"/>
              </a:spcAft>
              <a:buNone/>
            </a:pPr>
            <a:r>
              <a:rPr lang="it">
                <a:solidFill>
                  <a:srgbClr val="333333"/>
                </a:solidFill>
                <a:latin typeface="Lekton"/>
                <a:ea typeface="Lekton"/>
                <a:cs typeface="Lekton"/>
                <a:sym typeface="Lekton"/>
              </a:rPr>
              <a:t>Write down your methodology and explain the technical steps you took to process and analyze your data:</a:t>
            </a:r>
            <a:endParaRPr>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Char char="-"/>
            </a:pPr>
            <a:r>
              <a:rPr b="1" lang="it">
                <a:solidFill>
                  <a:srgbClr val="333333"/>
                </a:solidFill>
                <a:latin typeface="Lekton"/>
                <a:ea typeface="Lekton"/>
                <a:cs typeface="Lekton"/>
                <a:sym typeface="Lekton"/>
              </a:rPr>
              <a:t>Data Collection:</a:t>
            </a:r>
            <a:r>
              <a:rPr lang="it">
                <a:solidFill>
                  <a:srgbClr val="333333"/>
                </a:solidFill>
                <a:latin typeface="Lekton"/>
                <a:ea typeface="Lekton"/>
                <a:cs typeface="Lekton"/>
                <a:sym typeface="Lekton"/>
              </a:rPr>
              <a:t> Did you scrape data from multiple sources? What tools or techniques did you use? (e.g., web scraping, APIs, manual download)</a:t>
            </a:r>
            <a:endParaRPr>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Char char="-"/>
            </a:pPr>
            <a:r>
              <a:rPr b="1" lang="it">
                <a:solidFill>
                  <a:srgbClr val="333333"/>
                </a:solidFill>
                <a:latin typeface="Lekton"/>
                <a:ea typeface="Lekton"/>
                <a:cs typeface="Lekton"/>
                <a:sym typeface="Lekton"/>
              </a:rPr>
              <a:t>Data Processing &amp; Cleaning:</a:t>
            </a:r>
            <a:r>
              <a:rPr lang="it">
                <a:solidFill>
                  <a:srgbClr val="333333"/>
                </a:solidFill>
                <a:latin typeface="Lekton"/>
                <a:ea typeface="Lekton"/>
                <a:cs typeface="Lekton"/>
                <a:sym typeface="Lekton"/>
              </a:rPr>
              <a:t> What software did you use to process your data? (e.g., Python, R, Excel). Specify libraries or packages if applicable (e.g., pandas, tidyverse).</a:t>
            </a:r>
            <a:endParaRPr>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Char char="-"/>
            </a:pPr>
            <a:r>
              <a:rPr b="1" lang="it">
                <a:solidFill>
                  <a:srgbClr val="333333"/>
                </a:solidFill>
                <a:latin typeface="Lekton"/>
                <a:ea typeface="Lekton"/>
                <a:cs typeface="Lekton"/>
                <a:sym typeface="Lekton"/>
              </a:rPr>
              <a:t>Data Transformation:</a:t>
            </a:r>
            <a:r>
              <a:rPr lang="it">
                <a:solidFill>
                  <a:srgbClr val="333333"/>
                </a:solidFill>
                <a:latin typeface="Lekton"/>
                <a:ea typeface="Lekton"/>
                <a:cs typeface="Lekton"/>
                <a:sym typeface="Lekton"/>
              </a:rPr>
              <a:t> What transformations did you apply? (e.g., merging datasets, aggregating, calculating rates, normalizing by population)</a:t>
            </a:r>
            <a:endParaRPr>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Char char="-"/>
            </a:pPr>
            <a:r>
              <a:rPr b="1" lang="it">
                <a:solidFill>
                  <a:srgbClr val="333333"/>
                </a:solidFill>
                <a:latin typeface="Lekton"/>
                <a:ea typeface="Lekton"/>
                <a:cs typeface="Lekton"/>
                <a:sym typeface="Lekton"/>
              </a:rPr>
              <a:t>Use of AI Tools:</a:t>
            </a:r>
            <a:r>
              <a:rPr lang="it">
                <a:solidFill>
                  <a:srgbClr val="333333"/>
                </a:solidFill>
                <a:latin typeface="Lekton"/>
                <a:ea typeface="Lekton"/>
                <a:cs typeface="Lekton"/>
                <a:sym typeface="Lekton"/>
              </a:rPr>
              <a:t> Did you use AI-powered tools for data processing, analysis, or code generation? (e.g., ChatGPT, Claude, GitHub Copilot). Specify which tools and tasks.</a:t>
            </a:r>
            <a:endParaRPr>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Char char="-"/>
            </a:pPr>
            <a:r>
              <a:rPr b="1" lang="it">
                <a:solidFill>
                  <a:srgbClr val="333333"/>
                </a:solidFill>
                <a:latin typeface="Lekton"/>
                <a:ea typeface="Lekton"/>
                <a:cs typeface="Lekton"/>
                <a:sym typeface="Lekton"/>
              </a:rPr>
              <a:t>Analytical Techniques:</a:t>
            </a:r>
            <a:r>
              <a:rPr lang="it">
                <a:solidFill>
                  <a:srgbClr val="333333"/>
                </a:solidFill>
                <a:latin typeface="Lekton"/>
                <a:ea typeface="Lekton"/>
                <a:cs typeface="Lekton"/>
                <a:sym typeface="Lekton"/>
              </a:rPr>
              <a:t> What methods did you use to derive insights? (e.g., descriptive statistics, trend analysis, comparative analysis, outlier detection)</a:t>
            </a:r>
            <a:endParaRPr>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Char char="-"/>
            </a:pPr>
            <a:r>
              <a:rPr b="1" lang="it">
                <a:solidFill>
                  <a:srgbClr val="333333"/>
                </a:solidFill>
                <a:latin typeface="Lekton"/>
                <a:ea typeface="Lekton"/>
                <a:cs typeface="Lekton"/>
                <a:sym typeface="Lekton"/>
              </a:rPr>
              <a:t>Reproducibility:</a:t>
            </a:r>
            <a:r>
              <a:rPr lang="it">
                <a:solidFill>
                  <a:srgbClr val="333333"/>
                </a:solidFill>
                <a:latin typeface="Lekton"/>
                <a:ea typeface="Lekton"/>
                <a:cs typeface="Lekton"/>
                <a:sym typeface="Lekton"/>
              </a:rPr>
              <a:t> Could someone replicate your analysis? How? (e.g., code shared, documentation provided, public data sources)</a:t>
            </a:r>
            <a:endParaRPr>
              <a:solidFill>
                <a:srgbClr val="333333"/>
              </a:solidFill>
              <a:latin typeface="Lekton"/>
              <a:ea typeface="Lekton"/>
              <a:cs typeface="Lekton"/>
              <a:sym typeface="Lekto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nvSpPr>
        <p:spPr>
          <a:xfrm>
            <a:off x="540000" y="384725"/>
            <a:ext cx="8010000" cy="438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it" sz="1800">
                <a:solidFill>
                  <a:srgbClr val="D66B55"/>
                </a:solidFill>
                <a:latin typeface="Lekton"/>
                <a:ea typeface="Lekton"/>
                <a:cs typeface="Lekton"/>
                <a:sym typeface="Lekton"/>
              </a:rPr>
              <a:t>Insights from the</a:t>
            </a:r>
            <a:r>
              <a:rPr b="1" lang="it" sz="1800">
                <a:solidFill>
                  <a:srgbClr val="D66B55"/>
                </a:solidFill>
                <a:latin typeface="Lekton"/>
                <a:ea typeface="Lekton"/>
                <a:cs typeface="Lekton"/>
                <a:sym typeface="Lekton"/>
              </a:rPr>
              <a:t> Data</a:t>
            </a:r>
            <a:endParaRPr b="1" sz="1800">
              <a:solidFill>
                <a:srgbClr val="D66B55"/>
              </a:solidFill>
              <a:latin typeface="Lekton"/>
              <a:ea typeface="Lekton"/>
              <a:cs typeface="Lekton"/>
              <a:sym typeface="Lekton"/>
            </a:endParaRPr>
          </a:p>
          <a:p>
            <a:pPr indent="0" lvl="0" marL="0" rtl="0" algn="l">
              <a:spcBef>
                <a:spcPts val="1000"/>
              </a:spcBef>
              <a:spcAft>
                <a:spcPts val="0"/>
              </a:spcAft>
              <a:buClr>
                <a:schemeClr val="dk1"/>
              </a:buClr>
              <a:buSzPts val="1100"/>
              <a:buFont typeface="Arial"/>
              <a:buNone/>
            </a:pPr>
            <a:r>
              <a:rPr b="1" lang="it">
                <a:solidFill>
                  <a:srgbClr val="333333"/>
                </a:solidFill>
                <a:latin typeface="Lekton"/>
                <a:ea typeface="Lekton"/>
                <a:cs typeface="Lekton"/>
                <a:sym typeface="Lekton"/>
              </a:rPr>
              <a:t>Replace all of the following text with your own</a:t>
            </a:r>
            <a:r>
              <a:rPr i="1" lang="it">
                <a:solidFill>
                  <a:srgbClr val="333333"/>
                </a:solidFill>
                <a:latin typeface="Lekton"/>
                <a:ea typeface="Lekton"/>
                <a:cs typeface="Lekton"/>
                <a:sym typeface="Lekton"/>
              </a:rPr>
              <a:t>: Write down (bullet points are ok):</a:t>
            </a:r>
            <a:endParaRPr i="1">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Char char="●"/>
            </a:pPr>
            <a:r>
              <a:rPr i="1" lang="it">
                <a:solidFill>
                  <a:srgbClr val="333333"/>
                </a:solidFill>
                <a:latin typeface="Lekton"/>
                <a:ea typeface="Lekton"/>
                <a:cs typeface="Lekton"/>
                <a:sym typeface="Lekton"/>
              </a:rPr>
              <a:t>what are the main insights you derived from your dataset</a:t>
            </a:r>
            <a:endParaRPr i="1">
              <a:solidFill>
                <a:srgbClr val="333333"/>
              </a:solidFill>
              <a:latin typeface="Lekton"/>
              <a:ea typeface="Lekton"/>
              <a:cs typeface="Lekton"/>
              <a:sym typeface="Lekton"/>
            </a:endParaRPr>
          </a:p>
          <a:p>
            <a:pPr indent="-317500" lvl="1" marL="914400" rtl="0" algn="l">
              <a:spcBef>
                <a:spcPts val="1000"/>
              </a:spcBef>
              <a:spcAft>
                <a:spcPts val="0"/>
              </a:spcAft>
              <a:buClr>
                <a:srgbClr val="333333"/>
              </a:buClr>
              <a:buSzPts val="1400"/>
              <a:buFont typeface="Lekton"/>
              <a:buChar char="○"/>
            </a:pPr>
            <a:r>
              <a:rPr i="1" lang="it">
                <a:solidFill>
                  <a:srgbClr val="333333"/>
                </a:solidFill>
                <a:latin typeface="Lekton"/>
                <a:ea typeface="Lekton"/>
                <a:cs typeface="Lekton"/>
                <a:sym typeface="Lekton"/>
              </a:rPr>
              <a:t>e.g., min/max values, average, outliers...</a:t>
            </a:r>
            <a:endParaRPr i="1">
              <a:solidFill>
                <a:srgbClr val="333333"/>
              </a:solidFill>
              <a:latin typeface="Lekton"/>
              <a:ea typeface="Lekton"/>
              <a:cs typeface="Lekton"/>
              <a:sym typeface="Lekton"/>
            </a:endParaRPr>
          </a:p>
          <a:p>
            <a:pPr indent="-317500" lvl="0" marL="457200" rtl="0" algn="l">
              <a:spcBef>
                <a:spcPts val="1000"/>
              </a:spcBef>
              <a:spcAft>
                <a:spcPts val="0"/>
              </a:spcAft>
              <a:buClr>
                <a:srgbClr val="333333"/>
              </a:buClr>
              <a:buSzPts val="1400"/>
              <a:buFont typeface="Lekton"/>
              <a:buChar char="●"/>
            </a:pPr>
            <a:r>
              <a:rPr i="1" lang="it">
                <a:solidFill>
                  <a:srgbClr val="333333"/>
                </a:solidFill>
                <a:latin typeface="Lekton"/>
                <a:ea typeface="Lekton"/>
                <a:cs typeface="Lekton"/>
                <a:sym typeface="Lekton"/>
              </a:rPr>
              <a:t>what type of data analysis operation you performed in order to reach these insights. From this insights, pick the ones you think are more interesting and can be conveyed using two data visualizations.</a:t>
            </a:r>
            <a:endParaRPr b="1">
              <a:solidFill>
                <a:srgbClr val="333333"/>
              </a:solidFill>
              <a:latin typeface="Lekton"/>
              <a:ea typeface="Lekton"/>
              <a:cs typeface="Lekton"/>
              <a:sym typeface="Lekto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2"/>
          <p:cNvSpPr txBox="1"/>
          <p:nvPr/>
        </p:nvSpPr>
        <p:spPr>
          <a:xfrm>
            <a:off x="1558950" y="860725"/>
            <a:ext cx="6026100" cy="390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1200">
                <a:solidFill>
                  <a:srgbClr val="333333"/>
                </a:solidFill>
                <a:latin typeface="Lekton"/>
                <a:ea typeface="Lekton"/>
                <a:cs typeface="Lekton"/>
                <a:sym typeface="Lekton"/>
              </a:rPr>
              <a:t>You are free to choose any tool you want to produce the your data visualization that you should include in the following slides.The only constraint is that you should use </a:t>
            </a:r>
            <a:r>
              <a:rPr b="1" lang="it" sz="1200">
                <a:solidFill>
                  <a:srgbClr val="333333"/>
                </a:solidFill>
                <a:latin typeface="Lekton"/>
                <a:ea typeface="Lekton"/>
                <a:cs typeface="Lekton"/>
                <a:sym typeface="Lekton"/>
              </a:rPr>
              <a:t>at least two different tools for visualizing data</a:t>
            </a:r>
            <a:r>
              <a:rPr lang="it" sz="1200">
                <a:solidFill>
                  <a:srgbClr val="333333"/>
                </a:solidFill>
                <a:latin typeface="Lekton"/>
                <a:ea typeface="Lekton"/>
                <a:cs typeface="Lekton"/>
                <a:sym typeface="Lekton"/>
              </a:rPr>
              <a:t>. </a:t>
            </a:r>
            <a:endParaRPr sz="1200">
              <a:solidFill>
                <a:srgbClr val="333333"/>
              </a:solidFill>
              <a:latin typeface="Lekton"/>
              <a:ea typeface="Lekton"/>
              <a:cs typeface="Lekton"/>
              <a:sym typeface="Lekton"/>
            </a:endParaRPr>
          </a:p>
          <a:p>
            <a:pPr indent="0" lvl="0" marL="0" rtl="0" algn="l">
              <a:spcBef>
                <a:spcPts val="200"/>
              </a:spcBef>
              <a:spcAft>
                <a:spcPts val="0"/>
              </a:spcAft>
              <a:buNone/>
            </a:pPr>
            <a:r>
              <a:t/>
            </a:r>
            <a:endParaRPr sz="1200">
              <a:solidFill>
                <a:srgbClr val="333333"/>
              </a:solidFill>
              <a:latin typeface="Lekton"/>
              <a:ea typeface="Lekton"/>
              <a:cs typeface="Lekton"/>
              <a:sym typeface="Lekton"/>
            </a:endParaRPr>
          </a:p>
          <a:p>
            <a:pPr indent="0" lvl="0" marL="0" rtl="0" algn="l">
              <a:spcBef>
                <a:spcPts val="200"/>
              </a:spcBef>
              <a:spcAft>
                <a:spcPts val="0"/>
              </a:spcAft>
              <a:buNone/>
            </a:pPr>
            <a:r>
              <a:rPr lang="it" sz="1200">
                <a:solidFill>
                  <a:srgbClr val="333333"/>
                </a:solidFill>
                <a:latin typeface="Lekton"/>
                <a:ea typeface="Lekton"/>
                <a:cs typeface="Lekton"/>
                <a:sym typeface="Lekton"/>
              </a:rPr>
              <a:t>We suggest to pick them from the list of those suggested on the Slide Deck “2d.  Visualizing and Presenting Data”. </a:t>
            </a:r>
            <a:endParaRPr sz="1200">
              <a:solidFill>
                <a:srgbClr val="333333"/>
              </a:solidFill>
              <a:latin typeface="Lekton"/>
              <a:ea typeface="Lekton"/>
              <a:cs typeface="Lekton"/>
              <a:sym typeface="Lekton"/>
            </a:endParaRPr>
          </a:p>
          <a:p>
            <a:pPr indent="0" lvl="0" marL="0" rtl="0" algn="l">
              <a:spcBef>
                <a:spcPts val="200"/>
              </a:spcBef>
              <a:spcAft>
                <a:spcPts val="0"/>
              </a:spcAft>
              <a:buNone/>
            </a:pPr>
            <a:br>
              <a:rPr lang="it" sz="1200">
                <a:solidFill>
                  <a:srgbClr val="333333"/>
                </a:solidFill>
                <a:latin typeface="Lekton"/>
                <a:ea typeface="Lekton"/>
                <a:cs typeface="Lekton"/>
                <a:sym typeface="Lekton"/>
              </a:rPr>
            </a:br>
            <a:r>
              <a:rPr lang="it" sz="1200">
                <a:solidFill>
                  <a:srgbClr val="333333"/>
                </a:solidFill>
                <a:latin typeface="Lekton"/>
                <a:ea typeface="Lekton"/>
                <a:cs typeface="Lekton"/>
                <a:sym typeface="Lekton"/>
              </a:rPr>
              <a:t>You can start from tools </a:t>
            </a:r>
            <a:r>
              <a:rPr lang="it" sz="1200">
                <a:solidFill>
                  <a:srgbClr val="333333"/>
                </a:solidFill>
                <a:latin typeface="Lekton"/>
                <a:ea typeface="Lekton"/>
                <a:cs typeface="Lekton"/>
                <a:sym typeface="Lekton"/>
              </a:rPr>
              <a:t>are accessible to beginners, like the ones with the most approachable learning curve, </a:t>
            </a:r>
            <a:r>
              <a:rPr lang="it" sz="1200" u="sng">
                <a:solidFill>
                  <a:schemeClr val="hlink"/>
                </a:solidFill>
                <a:latin typeface="Lekton"/>
                <a:ea typeface="Lekton"/>
                <a:cs typeface="Lekton"/>
                <a:sym typeface="Lekton"/>
                <a:hlinkClick r:id="rId3"/>
              </a:rPr>
              <a:t>DataWrapper</a:t>
            </a:r>
            <a:r>
              <a:rPr lang="it" sz="1200">
                <a:solidFill>
                  <a:srgbClr val="333333"/>
                </a:solidFill>
                <a:latin typeface="Lekton"/>
                <a:ea typeface="Lekton"/>
                <a:cs typeface="Lekton"/>
                <a:sym typeface="Lekton"/>
              </a:rPr>
              <a:t> and </a:t>
            </a:r>
            <a:r>
              <a:rPr lang="it" sz="1200" u="sng">
                <a:solidFill>
                  <a:schemeClr val="hlink"/>
                </a:solidFill>
                <a:latin typeface="Lekton"/>
                <a:ea typeface="Lekton"/>
                <a:cs typeface="Lekton"/>
                <a:sym typeface="Lekton"/>
                <a:hlinkClick r:id="rId4"/>
              </a:rPr>
              <a:t>Flourish</a:t>
            </a:r>
            <a:r>
              <a:rPr lang="it" sz="1200">
                <a:solidFill>
                  <a:srgbClr val="333333"/>
                </a:solidFill>
                <a:latin typeface="Lekton"/>
                <a:ea typeface="Lekton"/>
                <a:cs typeface="Lekton"/>
                <a:sym typeface="Lekton"/>
              </a:rPr>
              <a:t>.</a:t>
            </a:r>
            <a:endParaRPr sz="1200">
              <a:solidFill>
                <a:srgbClr val="333333"/>
              </a:solidFill>
              <a:latin typeface="Lekton"/>
              <a:ea typeface="Lekton"/>
              <a:cs typeface="Lekton"/>
              <a:sym typeface="Lekton"/>
            </a:endParaRPr>
          </a:p>
          <a:p>
            <a:pPr indent="0" lvl="0" marL="0" rtl="0" algn="l">
              <a:spcBef>
                <a:spcPts val="200"/>
              </a:spcBef>
              <a:spcAft>
                <a:spcPts val="0"/>
              </a:spcAft>
              <a:buNone/>
            </a:pPr>
            <a:r>
              <a:t/>
            </a:r>
            <a:endParaRPr sz="1200">
              <a:solidFill>
                <a:srgbClr val="333333"/>
              </a:solidFill>
              <a:latin typeface="Lekton"/>
              <a:ea typeface="Lekton"/>
              <a:cs typeface="Lekton"/>
              <a:sym typeface="Lekton"/>
            </a:endParaRPr>
          </a:p>
          <a:p>
            <a:pPr indent="0" lvl="0" marL="0" rtl="0" algn="l">
              <a:spcBef>
                <a:spcPts val="200"/>
              </a:spcBef>
              <a:spcAft>
                <a:spcPts val="200"/>
              </a:spcAft>
              <a:buNone/>
            </a:pPr>
            <a:r>
              <a:rPr lang="it" sz="1200">
                <a:solidFill>
                  <a:srgbClr val="333333"/>
                </a:solidFill>
                <a:latin typeface="Lekton"/>
                <a:ea typeface="Lekton"/>
                <a:cs typeface="Lekton"/>
                <a:sym typeface="Lekton"/>
              </a:rPr>
              <a:t>To include the visualizations in the following slides, simply attach an image </a:t>
            </a:r>
            <a:r>
              <a:rPr lang="it" sz="1200" u="sng">
                <a:solidFill>
                  <a:schemeClr val="hlink"/>
                </a:solidFill>
                <a:latin typeface="Lekton"/>
                <a:ea typeface="Lekton"/>
                <a:cs typeface="Lekton"/>
                <a:sym typeface="Lekton"/>
                <a:hlinkClick r:id="rId5"/>
              </a:rPr>
              <a:t>screenshot</a:t>
            </a:r>
            <a:r>
              <a:rPr lang="it" sz="1200">
                <a:solidFill>
                  <a:srgbClr val="333333"/>
                </a:solidFill>
                <a:latin typeface="Lekton"/>
                <a:ea typeface="Lekton"/>
                <a:cs typeface="Lekton"/>
                <a:sym typeface="Lekton"/>
              </a:rPr>
              <a:t> of your work and add any titles/text you deem necessary. You may also provide </a:t>
            </a:r>
            <a:r>
              <a:rPr b="1" lang="it" sz="1200">
                <a:solidFill>
                  <a:srgbClr val="333333"/>
                </a:solidFill>
                <a:latin typeface="Lekton"/>
                <a:ea typeface="Lekton"/>
                <a:cs typeface="Lekton"/>
                <a:sym typeface="Lekton"/>
              </a:rPr>
              <a:t>links</a:t>
            </a:r>
            <a:r>
              <a:rPr lang="it" sz="1200">
                <a:solidFill>
                  <a:srgbClr val="333333"/>
                </a:solidFill>
                <a:latin typeface="Lekton"/>
                <a:ea typeface="Lekton"/>
                <a:cs typeface="Lekton"/>
                <a:sym typeface="Lekton"/>
              </a:rPr>
              <a:t> to your actual works if they are hosted online and are interactive.</a:t>
            </a:r>
            <a:br>
              <a:rPr lang="it" sz="1200">
                <a:solidFill>
                  <a:srgbClr val="333333"/>
                </a:solidFill>
                <a:latin typeface="Lekton"/>
                <a:ea typeface="Lekton"/>
                <a:cs typeface="Lekton"/>
                <a:sym typeface="Lekton"/>
              </a:rPr>
            </a:br>
            <a:br>
              <a:rPr lang="it" sz="1200">
                <a:solidFill>
                  <a:srgbClr val="333333"/>
                </a:solidFill>
                <a:latin typeface="Lekton"/>
                <a:ea typeface="Lekton"/>
                <a:cs typeface="Lekton"/>
                <a:sym typeface="Lekton"/>
              </a:rPr>
            </a:br>
            <a:r>
              <a:rPr lang="it" sz="1200">
                <a:solidFill>
                  <a:srgbClr val="333333"/>
                </a:solidFill>
                <a:latin typeface="Lekton"/>
                <a:ea typeface="Lekton"/>
                <a:cs typeface="Lekton"/>
                <a:sym typeface="Lekton"/>
              </a:rPr>
              <a:t>The two visualizations can be part of two separate stories or be part of the same narrative. In any case, make sure you do </a:t>
            </a:r>
            <a:r>
              <a:rPr b="1" lang="it" sz="1200">
                <a:solidFill>
                  <a:srgbClr val="333333"/>
                </a:solidFill>
                <a:latin typeface="Lekton"/>
                <a:ea typeface="Lekton"/>
                <a:cs typeface="Lekton"/>
                <a:sym typeface="Lekton"/>
              </a:rPr>
              <a:t>add text that puts the visualizations in context, so that they are part of an interesting storyline</a:t>
            </a:r>
            <a:r>
              <a:rPr lang="it" sz="1200">
                <a:solidFill>
                  <a:srgbClr val="333333"/>
                </a:solidFill>
                <a:latin typeface="Lekton"/>
                <a:ea typeface="Lekton"/>
                <a:cs typeface="Lekton"/>
                <a:sym typeface="Lekton"/>
              </a:rPr>
              <a:t>. You can add an extra slide or two, if you have a lot of text, but make sure you stay within reasonable limits (max. 4 slides for story and visualizations)</a:t>
            </a:r>
            <a:br>
              <a:rPr lang="it" sz="1200">
                <a:solidFill>
                  <a:srgbClr val="333333"/>
                </a:solidFill>
                <a:latin typeface="Lekton"/>
                <a:ea typeface="Lekton"/>
                <a:cs typeface="Lekton"/>
                <a:sym typeface="Lekton"/>
              </a:rPr>
            </a:br>
            <a:endParaRPr sz="1200">
              <a:solidFill>
                <a:srgbClr val="333333"/>
              </a:solidFill>
              <a:latin typeface="Lekton"/>
              <a:ea typeface="Lekton"/>
              <a:cs typeface="Lekton"/>
              <a:sym typeface="Lekton"/>
            </a:endParaRPr>
          </a:p>
        </p:txBody>
      </p:sp>
      <p:sp>
        <p:nvSpPr>
          <p:cNvPr id="170" name="Google Shape;170;p32"/>
          <p:cNvSpPr txBox="1"/>
          <p:nvPr/>
        </p:nvSpPr>
        <p:spPr>
          <a:xfrm rot="3193443">
            <a:off x="6722741" y="995009"/>
            <a:ext cx="2488443" cy="5720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D66B55"/>
                </a:solidFill>
                <a:latin typeface="Titillium Web"/>
                <a:ea typeface="Titillium Web"/>
                <a:cs typeface="Titillium Web"/>
                <a:sym typeface="Titillium Web"/>
              </a:rPr>
              <a:t>DELETE BEFORE UPLOAD</a:t>
            </a:r>
            <a:endParaRPr b="1">
              <a:solidFill>
                <a:srgbClr val="D66B55"/>
              </a:solidFill>
              <a:latin typeface="Titillium Web"/>
              <a:ea typeface="Titillium Web"/>
              <a:cs typeface="Titillium Web"/>
              <a:sym typeface="Titillium Web"/>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nvSpPr>
        <p:spPr>
          <a:xfrm>
            <a:off x="540000" y="1875350"/>
            <a:ext cx="8010000" cy="476100"/>
          </a:xfrm>
          <a:prstGeom prst="rect">
            <a:avLst/>
          </a:prstGeom>
          <a:noFill/>
          <a:ln>
            <a:noFill/>
          </a:ln>
        </p:spPr>
        <p:txBody>
          <a:bodyPr anchorCtr="0" anchor="t" bIns="0" lIns="0" spcFirstLastPara="1" rIns="0" wrap="square" tIns="0">
            <a:noAutofit/>
          </a:bodyPr>
          <a:lstStyle/>
          <a:p>
            <a:pPr indent="0" lvl="0" marL="0" rtl="0" algn="ctr">
              <a:spcBef>
                <a:spcPts val="1000"/>
              </a:spcBef>
              <a:spcAft>
                <a:spcPts val="0"/>
              </a:spcAft>
              <a:buNone/>
            </a:pPr>
            <a:r>
              <a:rPr b="1" lang="it" sz="1800">
                <a:solidFill>
                  <a:srgbClr val="D66B55"/>
                </a:solidFill>
                <a:latin typeface="Lekton"/>
                <a:ea typeface="Lekton"/>
                <a:cs typeface="Lekton"/>
                <a:sym typeface="Lekton"/>
              </a:rPr>
              <a:t>Add your first data visualization + story, and delete this text</a:t>
            </a:r>
            <a:endParaRPr i="1">
              <a:solidFill>
                <a:srgbClr val="333333"/>
              </a:solidFill>
              <a:latin typeface="Lekton"/>
              <a:ea typeface="Lekton"/>
              <a:cs typeface="Lekton"/>
              <a:sym typeface="Lekto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nvSpPr>
        <p:spPr>
          <a:xfrm>
            <a:off x="540000" y="1875350"/>
            <a:ext cx="8010000" cy="476100"/>
          </a:xfrm>
          <a:prstGeom prst="rect">
            <a:avLst/>
          </a:prstGeom>
          <a:noFill/>
          <a:ln>
            <a:noFill/>
          </a:ln>
        </p:spPr>
        <p:txBody>
          <a:bodyPr anchorCtr="0" anchor="t" bIns="0" lIns="0" spcFirstLastPara="1" rIns="0" wrap="square" tIns="0">
            <a:noAutofit/>
          </a:bodyPr>
          <a:lstStyle/>
          <a:p>
            <a:pPr indent="0" lvl="0" marL="0" rtl="0" algn="ctr">
              <a:spcBef>
                <a:spcPts val="1000"/>
              </a:spcBef>
              <a:spcAft>
                <a:spcPts val="0"/>
              </a:spcAft>
              <a:buClr>
                <a:schemeClr val="dk1"/>
              </a:buClr>
              <a:buSzPts val="1100"/>
              <a:buFont typeface="Arial"/>
              <a:buNone/>
            </a:pPr>
            <a:r>
              <a:rPr b="1" lang="it" sz="1800">
                <a:solidFill>
                  <a:srgbClr val="D66B55"/>
                </a:solidFill>
                <a:latin typeface="Lekton"/>
                <a:ea typeface="Lekton"/>
                <a:cs typeface="Lekton"/>
                <a:sym typeface="Lekton"/>
              </a:rPr>
              <a:t>Add your second data visualization + story, and delete this text</a:t>
            </a:r>
            <a:endParaRPr i="1">
              <a:solidFill>
                <a:srgbClr val="333333"/>
              </a:solidFill>
              <a:latin typeface="Lekton"/>
              <a:ea typeface="Lekton"/>
              <a:cs typeface="Lekton"/>
              <a:sym typeface="Lekton"/>
            </a:endParaRPr>
          </a:p>
          <a:p>
            <a:pPr indent="0" lvl="0" marL="0" rtl="0" algn="ctr">
              <a:spcBef>
                <a:spcPts val="1000"/>
              </a:spcBef>
              <a:spcAft>
                <a:spcPts val="0"/>
              </a:spcAft>
              <a:buNone/>
            </a:pPr>
            <a:r>
              <a:t/>
            </a:r>
            <a:endParaRPr b="1" sz="1800">
              <a:solidFill>
                <a:srgbClr val="D66B55"/>
              </a:solidFill>
              <a:latin typeface="Lekton"/>
              <a:ea typeface="Lekton"/>
              <a:cs typeface="Lekton"/>
              <a:sym typeface="Lekto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5"/>
          <p:cNvSpPr txBox="1"/>
          <p:nvPr/>
        </p:nvSpPr>
        <p:spPr>
          <a:xfrm>
            <a:off x="1558950" y="860725"/>
            <a:ext cx="6026100" cy="390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200"/>
              </a:spcAft>
              <a:buNone/>
            </a:pPr>
            <a:r>
              <a:rPr lang="it" sz="1200">
                <a:solidFill>
                  <a:srgbClr val="333333"/>
                </a:solidFill>
                <a:latin typeface="Lekton"/>
                <a:ea typeface="Lekton"/>
                <a:cs typeface="Lekton"/>
                <a:sym typeface="Lekton"/>
              </a:rPr>
              <a:t>A final step, before you publish: pick a license to share your work and modify the following slide accordingly. Just note that all material on SlideWiki requires a </a:t>
            </a:r>
            <a:r>
              <a:rPr lang="it" sz="1200" u="sng">
                <a:solidFill>
                  <a:schemeClr val="hlink"/>
                </a:solidFill>
                <a:latin typeface="Lekton"/>
                <a:ea typeface="Lekton"/>
                <a:cs typeface="Lekton"/>
                <a:sym typeface="Lekton"/>
                <a:hlinkClick r:id="rId3"/>
              </a:rPr>
              <a:t>Creative Commons</a:t>
            </a:r>
            <a:r>
              <a:rPr lang="it" sz="1200">
                <a:solidFill>
                  <a:srgbClr val="333333"/>
                </a:solidFill>
                <a:latin typeface="Lekton"/>
                <a:ea typeface="Lekton"/>
                <a:cs typeface="Lekton"/>
                <a:sym typeface="Lekton"/>
              </a:rPr>
              <a:t> license. You can use Creative Commons’ license picker to generate the text for your licence: </a:t>
            </a:r>
            <a:r>
              <a:rPr lang="it" sz="1200" u="sng">
                <a:solidFill>
                  <a:schemeClr val="hlink"/>
                </a:solidFill>
                <a:latin typeface="Lekton"/>
                <a:ea typeface="Lekton"/>
                <a:cs typeface="Lekton"/>
                <a:sym typeface="Lekton"/>
                <a:hlinkClick r:id="rId4"/>
              </a:rPr>
              <a:t>https://creativecommons.org/choose/</a:t>
            </a:r>
            <a:r>
              <a:rPr lang="it" sz="1200">
                <a:solidFill>
                  <a:srgbClr val="333333"/>
                </a:solidFill>
                <a:latin typeface="Lekton"/>
                <a:ea typeface="Lekton"/>
                <a:cs typeface="Lekton"/>
                <a:sym typeface="Lekton"/>
              </a:rPr>
              <a:t> </a:t>
            </a:r>
            <a:br>
              <a:rPr lang="it" sz="1200">
                <a:solidFill>
                  <a:srgbClr val="333333"/>
                </a:solidFill>
                <a:latin typeface="Lekton"/>
                <a:ea typeface="Lekton"/>
                <a:cs typeface="Lekton"/>
                <a:sym typeface="Lekton"/>
              </a:rPr>
            </a:br>
            <a:endParaRPr sz="1200">
              <a:solidFill>
                <a:srgbClr val="333333"/>
              </a:solidFill>
              <a:latin typeface="Lekton"/>
              <a:ea typeface="Lekton"/>
              <a:cs typeface="Lekton"/>
              <a:sym typeface="Lekton"/>
            </a:endParaRPr>
          </a:p>
        </p:txBody>
      </p:sp>
      <p:sp>
        <p:nvSpPr>
          <p:cNvPr id="186" name="Google Shape;186;p35"/>
          <p:cNvSpPr txBox="1"/>
          <p:nvPr/>
        </p:nvSpPr>
        <p:spPr>
          <a:xfrm rot="3193443">
            <a:off x="6722741" y="995009"/>
            <a:ext cx="2488443" cy="5720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D66B55"/>
                </a:solidFill>
                <a:latin typeface="Titillium Web"/>
                <a:ea typeface="Titillium Web"/>
                <a:cs typeface="Titillium Web"/>
                <a:sym typeface="Titillium Web"/>
              </a:rPr>
              <a:t>DELETE BEFORE UPLOAD</a:t>
            </a:r>
            <a:endParaRPr b="1">
              <a:solidFill>
                <a:srgbClr val="D66B55"/>
              </a:solidFill>
              <a:latin typeface="Titillium Web"/>
              <a:ea typeface="Titillium Web"/>
              <a:cs typeface="Titillium Web"/>
              <a:sym typeface="Titillium Web"/>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ph idx="1" type="body"/>
          </p:nvPr>
        </p:nvSpPr>
        <p:spPr>
          <a:xfrm>
            <a:off x="540000" y="860725"/>
            <a:ext cx="3288900" cy="4788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it">
                <a:latin typeface="Titillium Web"/>
                <a:ea typeface="Titillium Web"/>
                <a:cs typeface="Titillium Web"/>
                <a:sym typeface="Titillium Web"/>
              </a:rPr>
              <a:t>LICENCE</a:t>
            </a:r>
            <a:endParaRPr b="1">
              <a:latin typeface="Titillium Web"/>
              <a:ea typeface="Titillium Web"/>
              <a:cs typeface="Titillium Web"/>
              <a:sym typeface="Titillium Web"/>
            </a:endParaRPr>
          </a:p>
        </p:txBody>
      </p:sp>
      <p:sp>
        <p:nvSpPr>
          <p:cNvPr id="192" name="Google Shape;192;p36"/>
          <p:cNvSpPr txBox="1"/>
          <p:nvPr/>
        </p:nvSpPr>
        <p:spPr>
          <a:xfrm>
            <a:off x="4770000" y="860725"/>
            <a:ext cx="3780000" cy="209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800">
                <a:solidFill>
                  <a:srgbClr val="333333"/>
                </a:solidFill>
                <a:latin typeface="Lekton"/>
                <a:ea typeface="Lekton"/>
                <a:cs typeface="Lekton"/>
                <a:sym typeface="Lekton"/>
              </a:rPr>
              <a:t>Slides</a:t>
            </a:r>
            <a:r>
              <a:rPr lang="it" sz="1800">
                <a:solidFill>
                  <a:srgbClr val="333333"/>
                </a:solidFill>
                <a:latin typeface="Lekton"/>
                <a:ea typeface="Lekton"/>
                <a:cs typeface="Lekton"/>
                <a:sym typeface="Lekton"/>
              </a:rPr>
              <a:t> are shared with the following license:</a:t>
            </a:r>
            <a:endParaRPr sz="1800">
              <a:solidFill>
                <a:srgbClr val="333333"/>
              </a:solidFill>
              <a:latin typeface="Lekton"/>
              <a:ea typeface="Lekton"/>
              <a:cs typeface="Lekton"/>
              <a:sym typeface="Lekton"/>
            </a:endParaRPr>
          </a:p>
          <a:p>
            <a:pPr indent="0" lvl="0" marL="0" rtl="0" algn="l">
              <a:spcBef>
                <a:spcPts val="500"/>
              </a:spcBef>
              <a:spcAft>
                <a:spcPts val="0"/>
              </a:spcAft>
              <a:buNone/>
            </a:pPr>
            <a:r>
              <a:t/>
            </a:r>
            <a:endParaRPr sz="1800">
              <a:solidFill>
                <a:srgbClr val="333333"/>
              </a:solidFill>
              <a:latin typeface="Lekton"/>
              <a:ea typeface="Lekton"/>
              <a:cs typeface="Lekton"/>
              <a:sym typeface="Lekton"/>
            </a:endParaRPr>
          </a:p>
          <a:p>
            <a:pPr indent="0" lvl="0" marL="0" rtl="0" algn="l">
              <a:spcBef>
                <a:spcPts val="500"/>
              </a:spcBef>
              <a:spcAft>
                <a:spcPts val="500"/>
              </a:spcAft>
              <a:buNone/>
            </a:pPr>
            <a:r>
              <a:rPr b="1" lang="it" sz="1100">
                <a:solidFill>
                  <a:schemeClr val="dk1"/>
                </a:solidFill>
                <a:latin typeface="Lekton"/>
                <a:ea typeface="Lekton"/>
                <a:cs typeface="Lekton"/>
                <a:sym typeface="Lekton"/>
              </a:rPr>
              <a:t>'TITLE OF YOUR WORK' </a:t>
            </a:r>
            <a:r>
              <a:rPr lang="it" sz="1100">
                <a:solidFill>
                  <a:schemeClr val="dk1"/>
                </a:solidFill>
                <a:latin typeface="Lekton"/>
                <a:ea typeface="Lekton"/>
                <a:cs typeface="Lekton"/>
                <a:sym typeface="Lekton"/>
              </a:rPr>
              <a:t>by</a:t>
            </a:r>
            <a:r>
              <a:rPr b="1" lang="it" sz="1100">
                <a:solidFill>
                  <a:schemeClr val="dk1"/>
                </a:solidFill>
                <a:latin typeface="Lekton"/>
                <a:ea typeface="Lekton"/>
                <a:cs typeface="Lekton"/>
                <a:sym typeface="Lekton"/>
              </a:rPr>
              <a:t> YOUR NAME</a:t>
            </a:r>
            <a:r>
              <a:rPr lang="it" sz="1100">
                <a:solidFill>
                  <a:schemeClr val="dk1"/>
                </a:solidFill>
                <a:latin typeface="Lekton"/>
                <a:ea typeface="Lekton"/>
                <a:cs typeface="Lekton"/>
                <a:sym typeface="Lekton"/>
              </a:rPr>
              <a:t>, is licensed under a </a:t>
            </a:r>
            <a:r>
              <a:rPr b="1" lang="it" sz="1100">
                <a:solidFill>
                  <a:schemeClr val="dk1"/>
                </a:solidFill>
                <a:latin typeface="Lekton"/>
                <a:ea typeface="Lekton"/>
                <a:cs typeface="Lekton"/>
                <a:sym typeface="Lekton"/>
              </a:rPr>
              <a:t>NAME OF YOUR CHOSEN CREATIVE COMMONS LICENSE, FOR EXAMPLE CC-BY-SA</a:t>
            </a:r>
            <a:endParaRPr b="1" sz="1100">
              <a:solidFill>
                <a:schemeClr val="dk1"/>
              </a:solidFill>
              <a:latin typeface="Lekton"/>
              <a:ea typeface="Lekton"/>
              <a:cs typeface="Lekton"/>
              <a:sym typeface="Lekto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